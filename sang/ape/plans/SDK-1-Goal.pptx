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3.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3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 id="2147483696" r:id="rId5"/>
    <p:sldMasterId id="2147483712" r:id="rId6"/>
    <p:sldMasterId id="2147483723" r:id="rId7"/>
  </p:sldMasterIdLst>
  <p:notesMasterIdLst>
    <p:notesMasterId r:id="rId46"/>
  </p:notesMasterIdLst>
  <p:sldIdLst>
    <p:sldId id="2147472653" r:id="rId5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D3D5DE-9632-4DD5-9641-08FA1024B95B}">
          <p14:sldIdLst>
            <p14:sldId id="256"/>
            <p14:sldId id="2147472500"/>
            <p14:sldId id="2147472613"/>
            <p14:sldId id="2147472617"/>
            <p14:sldId id="2147472614"/>
            <p14:sldId id="2147472618"/>
            <p14:sldId id="2147472642"/>
            <p14:sldId id="2147472643"/>
            <p14:sldId id="2147472647"/>
            <p14:sldId id="2147472646"/>
            <p14:sldId id="2147472652"/>
            <p14:sldId id="2147472616"/>
          </p14:sldIdLst>
        </p14:section>
        <p14:section name="ICL" id="{C005D3A7-F7AB-4449-BB97-7632866A1ADC}">
          <p14:sldIdLst>
            <p14:sldId id="2147472581"/>
            <p14:sldId id="257"/>
            <p14:sldId id="258"/>
            <p14:sldId id="259"/>
            <p14:sldId id="260"/>
            <p14:sldId id="261"/>
            <p14:sldId id="262"/>
            <p14:sldId id="263"/>
          </p14:sldIdLst>
        </p14:section>
        <p14:section name="ROSI" id="{CCB79832-B3C3-4FB7-A090-1F07D415DDCD}">
          <p14:sldIdLst>
            <p14:sldId id="264"/>
            <p14:sldId id="265"/>
            <p14:sldId id="266"/>
            <p14:sldId id="267"/>
            <p14:sldId id="268"/>
            <p14:sldId id="269"/>
            <p14:sldId id="2147472610"/>
            <p14:sldId id="2147472611"/>
            <p14:sldId id="2147472612"/>
          </p14:sldIdLst>
        </p14:section>
        <p14:section name="DSCR For Acra" id="{64AD67EB-9459-4C0F-986E-CE3345B4EE66}">
          <p14:sldIdLst>
            <p14:sldId id="2147472589"/>
            <p14:sldId id="2147472590"/>
            <p14:sldId id="2147472591"/>
            <p14:sldId id="2147472600"/>
            <p14:sldId id="2147472601"/>
            <p14:sldId id="2147472602"/>
            <p14:sldId id="2147472604"/>
            <p14:sldId id="2147472603"/>
          </p14:sldIdLst>
        </p14:section>
        <p14:section name="Appendix" id="{C1054E2B-1457-4166-A296-A1DE9A4C5A16}">
          <p14:sldIdLst>
            <p14:sldId id="214747235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DFB240-F3C2-17AA-D3D6-DBFA52B76598}" name="Eshwar Belani" initials="EB" userId="S::eshwar@saigroup.ai::d1335035-1243-44a7-af81-85bf29af237d" providerId="AD"/>
  <p188:author id="{08C50667-531C-BBE5-02F7-09A19769DEC2}" name="Kunal Patel" initials="KP" userId="S::kunal.patel@jazzx.ai::eeb0e759-ff50-4713-987e-f86c85929e83" providerId="AD"/>
  <p188:author id="{601F8D6A-8853-A74E-D832-C2041338EC55}" name="Virendra Mehta" initials="" userId="S::virendra.mehta@jazzx.ai::53f47e6e-0a9d-4da6-b2dd-b57d3e8d2dcf" providerId="AD"/>
  <p188:author id="{2CEBC3AC-CE6B-4924-213B-EA5B02ADF98B}" name="Vijay Narayanan" initials="VN" userId="S::vijay.narayanan@saigroup.ai::1b2d5543-7f2b-4450-923d-a1d3bdf5cedd" providerId="AD"/>
  <p188:author id="{A969DAAE-A227-F506-1527-2D003B6C7283}" name="Sourav Chakraborty" initials="SC" userId="S::sourav.chakraborty@jazzx.ai::56a9bb12-a005-4931-ace3-90e1f7d304ca" providerId="AD"/>
  <p188:author id="{FCBF59E7-EBE9-B848-6C0F-603354413C6D}" name="Raghavendra Subbanna" initials="" userId="S::raghavendra.subbanna@jazzx.ai::e02efecc-8065-4bb7-aba3-122b63d7413c" providerId="AD"/>
  <p188:author id="{455F63E9-40D0-3DA4-7E13-9A012A15451E}" name="Nimar Arora" initials="" userId="S::nimar.arora@jazzx.ai::328619cb-4370-42ee-a864-bc909f90585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B6E7A"/>
    <a:srgbClr val="E4D3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DC2AD3-F86A-7FB1-C43E-9537710540EA}" v="2219" dt="2026-10-12T18:03:19.911"/>
    <p1510:client id="{1913C305-969A-C948-8D8A-D36C660AB99C}" v="1" dt="2026-10-13T01:30:30.234"/>
    <p1510:client id="{2BFE9053-C539-2AC8-C19E-F2A7893B06DA}" v="183" dt="2026-10-12T05:14:51.905"/>
    <p1510:client id="{352C41F3-A221-B76F-D423-DF947BCDC554}" v="1" dt="2026-10-12T19:51:54.265"/>
    <p1510:client id="{5A22BB6B-915A-8A88-1812-4891BBE3452C}" v="19" dt="2026-10-12T23:52:29.397"/>
    <p1510:client id="{61451A74-D969-D74F-BAF1-37433CA69003}" v="144" dt="2026-10-13T01:27:37.209"/>
    <p1510:client id="{61F32B03-7550-4BA2-8610-4F9E5F1A23AF}" v="1" dt="2026-10-13T01:10:22.898"/>
    <p1510:client id="{FC767DE7-364C-CE2E-C402-B0E4DEEC4236}" v="1" dt="2026-10-12T20:35:10.7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5/10/relationships/revisionInfo" Target="revisionInfo.xml"/><Relationship Id="rId52" Type="http://schemas.microsoft.com/office/2018/10/relationships/authors" Target="authors.xml"/><Relationship Id="rId53"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24E98C7-C9A0-4F40-9E92-C69557D422F9}" type="datetimeFigureOut">
              <a:t>10/12/26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CD39648-2426-4A2A-8AB1-A778AA41ED3C}" type="slidenum">
              <a:t>‹#›</a:t>
            </a:fld>
            <a:endParaRPr lang="en-US"/>
          </a:p>
        </p:txBody>
      </p:sp>
    </p:spTree>
    <p:extLst>
      <p:ext uri="{BB962C8B-B14F-4D97-AF65-F5344CB8AC3E}">
        <p14:creationId xmlns:p14="http://schemas.microsoft.com/office/powerpoint/2010/main" val="583373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purpose in one breath: a flexible, extensible, architecturally consistent SDK that is feature rich for our domains, and that teams adopt at their own pace by picking individual features and keeping their own code for the rest, until they are ready to use more and to build their new work on the SDK so it feeds the SDK. Before it, the plumbing every service used to rebuild (LLM routing, tracing, knowledge access, policy checks, evaluation) is built once and shared, and so a team can work on its domain without learning how the platform is put together. Three audiences: product teams import it as a library and keep their service; solution engineers author a pack and publish it to Plato; platform, eval and SME teams get one governed record to prove and improve against.</a:t>
            </a:r>
          </a:p>
          <a:p/>
          <a:p>
            <a:r>
              <a:t>Sources: japes README and docs/ARCHITECTURE.md at 2.6.2 (library and service consumption, tiers, 'JAPES provides, the client owns'); 'Three Platform Terms, Explained' (Aug 2026): six-week assistant proof point with its two caveats (still in active development then; built on substantial earlier mortgage work); japes seed pack acra_dscr_policy (three policy files, one profile, no Python) and the Acra DSCR plan (the integration half: adapter, LTV calculator, role bindings, is the remaining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microsoft.com/office/2007/relationships/hdphoto" Target="../media/hdphoto1.wdp"/></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ight Photo Divider">
    <p:spTree>
      <p:nvGrpSpPr>
        <p:cNvPr id="1" name=""/>
        <p:cNvGrpSpPr/>
        <p:nvPr/>
      </p:nvGrpSpPr>
      <p:grpSpPr>
        <a:xfrm>
          <a:off x="0" y="0"/>
          <a:ext cx="0" cy="0"/>
          <a:chOff x="0" y="0"/>
          <a:chExt cx="0" cy="0"/>
        </a:xfrm>
      </p:grpSpPr>
      <p:sp>
        <p:nvSpPr>
          <p:cNvPr id="8" name="Snip Single Corner Rectangle 7">
            <a:extLst>
              <a:ext uri="{FF2B5EF4-FFF2-40B4-BE49-F238E27FC236}">
                <a16:creationId xmlns:a16="http://schemas.microsoft.com/office/drawing/2014/main" id="{C31C688F-B23D-2E03-7F9B-7EE8C871813E}"/>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5" name="Title 1">
            <a:extLst>
              <a:ext uri="{FF2B5EF4-FFF2-40B4-BE49-F238E27FC236}">
                <a16:creationId xmlns:a16="http://schemas.microsoft.com/office/drawing/2014/main" id="{FD9DDF83-9035-1EEC-6EA7-5253EEF4B0C1}"/>
              </a:ext>
            </a:extLst>
          </p:cNvPr>
          <p:cNvSpPr>
            <a:spLocks noGrp="1"/>
          </p:cNvSpPr>
          <p:nvPr>
            <p:ph type="ctrTitle" hasCustomPrompt="1"/>
          </p:nvPr>
        </p:nvSpPr>
        <p:spPr>
          <a:xfrm>
            <a:off x="716639" y="644578"/>
            <a:ext cx="5296234" cy="2169825"/>
          </a:xfrm>
          <a:prstGeom prst="rect">
            <a:avLst/>
          </a:prstGeom>
          <a:noFill/>
        </p:spPr>
        <p:txBody>
          <a:bodyPr wrap="square" rtlCol="0" anchor="b">
            <a:spAutoFit/>
          </a:bodyPr>
          <a:lstStyle>
            <a:lvl1pPr>
              <a:defRPr lang="en-US" sz="5000" b="1" dirty="0">
                <a:solidFill>
                  <a:schemeClr val="bg1"/>
                </a:solidFill>
                <a:latin typeface="Outfit" pitchFamily="2" charset="0"/>
                <a:ea typeface="+mn-ea"/>
                <a:cs typeface="Archivo" pitchFamily="2" charset="0"/>
              </a:defRPr>
            </a:lvl1pPr>
          </a:lstStyle>
          <a:p>
            <a:pPr marL="0" lvl="0">
              <a:spcAft>
                <a:spcPts val="1800"/>
              </a:spcAft>
            </a:pPr>
            <a:r>
              <a:rPr lang="en-US"/>
              <a:t>Click to add Presentation Title</a:t>
            </a:r>
          </a:p>
        </p:txBody>
      </p:sp>
      <p:sp>
        <p:nvSpPr>
          <p:cNvPr id="10" name="Subtitle 2">
            <a:extLst>
              <a:ext uri="{FF2B5EF4-FFF2-40B4-BE49-F238E27FC236}">
                <a16:creationId xmlns:a16="http://schemas.microsoft.com/office/drawing/2014/main" id="{CCBC8692-9604-290A-498E-FF6BD92DA449}"/>
              </a:ext>
            </a:extLst>
          </p:cNvPr>
          <p:cNvSpPr>
            <a:spLocks noGrp="1"/>
          </p:cNvSpPr>
          <p:nvPr>
            <p:ph type="subTitle" idx="1" hasCustomPrompt="1"/>
          </p:nvPr>
        </p:nvSpPr>
        <p:spPr>
          <a:xfrm>
            <a:off x="716639" y="3114340"/>
            <a:ext cx="5296234" cy="1116203"/>
          </a:xfrm>
          <a:prstGeom prst="rect">
            <a:avLst/>
          </a:prstGeom>
          <a:noFill/>
        </p:spPr>
        <p:txBody>
          <a:bodyPr wrap="square" rtlCol="0">
            <a:spAutoFit/>
          </a:bodyPr>
          <a:lstStyle>
            <a:lvl1pPr marL="0" indent="0">
              <a:buNone/>
              <a:defRPr lang="en-US" sz="2400" b="0" i="0">
                <a:solidFill>
                  <a:schemeClr val="bg1"/>
                </a:solidFill>
                <a:latin typeface="Outfit" pitchFamily="2" charset="0"/>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1" name="Text Placeholder 14">
            <a:extLst>
              <a:ext uri="{FF2B5EF4-FFF2-40B4-BE49-F238E27FC236}">
                <a16:creationId xmlns:a16="http://schemas.microsoft.com/office/drawing/2014/main" id="{53313EBE-08CE-CC4A-3B9A-075046819D6F}"/>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Date</a:t>
            </a:r>
          </a:p>
        </p:txBody>
      </p:sp>
      <p:sp>
        <p:nvSpPr>
          <p:cNvPr id="3" name="Text Placeholder 14">
            <a:extLst>
              <a:ext uri="{FF2B5EF4-FFF2-40B4-BE49-F238E27FC236}">
                <a16:creationId xmlns:a16="http://schemas.microsoft.com/office/drawing/2014/main" id="{43265BAC-335F-0BDF-2920-C80FFDE5692E}"/>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Presenter</a:t>
            </a:r>
          </a:p>
        </p:txBody>
      </p:sp>
      <p:pic>
        <p:nvPicPr>
          <p:cNvPr id="7" name="Graphic 6">
            <a:extLst>
              <a:ext uri="{FF2B5EF4-FFF2-40B4-BE49-F238E27FC236}">
                <a16:creationId xmlns:a16="http://schemas.microsoft.com/office/drawing/2014/main" id="{6D9B48DB-BD17-78C9-723C-FCFFA7F4A2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8643" y="4771309"/>
            <a:ext cx="2352368" cy="475686"/>
          </a:xfrm>
          <a:prstGeom prst="rect">
            <a:avLst/>
          </a:prstGeom>
        </p:spPr>
      </p:pic>
    </p:spTree>
    <p:extLst>
      <p:ext uri="{BB962C8B-B14F-4D97-AF65-F5344CB8AC3E}">
        <p14:creationId xmlns:p14="http://schemas.microsoft.com/office/powerpoint/2010/main" val="3453494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3" y="528608"/>
            <a:ext cx="11345023" cy="538417"/>
          </a:xfrm>
          <a:prstGeom prst="rect">
            <a:avLst/>
          </a:prstGeom>
          <a:noFill/>
        </p:spPr>
        <p:txBody>
          <a:bodyPr wrap="square" rtlCol="0">
            <a:spAutoFit/>
          </a:bodyPr>
          <a:lstStyle>
            <a:lvl1pPr>
              <a:defRPr sz="3200" b="1">
                <a:solidFill>
                  <a:schemeClr val="bg1"/>
                </a:solidFill>
                <a:latin typeface="Outfit" pitchFamily="2" charset="0"/>
              </a:defRPr>
            </a:lvl1pPr>
          </a:lstStyle>
          <a:p>
            <a:pPr marL="0" lvl="0"/>
            <a:r>
              <a:rPr lang="en-US"/>
              <a:t>Click to edit Master title style</a:t>
            </a:r>
          </a:p>
        </p:txBody>
      </p:sp>
      <p:sp>
        <p:nvSpPr>
          <p:cNvPr id="4" name="Text Placeholder 3">
            <a:extLst>
              <a:ext uri="{FF2B5EF4-FFF2-40B4-BE49-F238E27FC236}">
                <a16:creationId xmlns:a16="http://schemas.microsoft.com/office/drawing/2014/main" id="{77DA4A3B-8A26-00B6-9AD3-03B8B9E3BB58}"/>
              </a:ext>
            </a:extLst>
          </p:cNvPr>
          <p:cNvSpPr>
            <a:spLocks noGrp="1"/>
          </p:cNvSpPr>
          <p:nvPr>
            <p:ph type="body" sz="quarter" idx="10"/>
          </p:nvPr>
        </p:nvSpPr>
        <p:spPr>
          <a:xfrm>
            <a:off x="403633" y="1828800"/>
            <a:ext cx="11345022" cy="4500591"/>
          </a:xfrm>
          <a:prstGeom prst="rect">
            <a:avLst/>
          </a:prstGeom>
        </p:spPr>
        <p:txBody>
          <a:bodyPr vert="horz" lIns="91440" tIns="45720" rIns="91440" bIns="45720" rtlCol="0">
            <a:normAutofit/>
          </a:bodyPr>
          <a:lstStyle>
            <a:lvl1pPr>
              <a:buClr>
                <a:schemeClr val="accent1"/>
              </a:buClr>
              <a:defRPr lang="en-US" sz="1800" b="0" i="0" dirty="0" smtClean="0">
                <a:solidFill>
                  <a:schemeClr val="bg1"/>
                </a:solidFill>
                <a:latin typeface="Outfit" pitchFamily="2" charset="0"/>
              </a:defRPr>
            </a:lvl1pPr>
            <a:lvl2pPr>
              <a:buClr>
                <a:schemeClr val="accent1"/>
              </a:buClr>
              <a:defRPr lang="en-US" sz="1800" b="0" i="0" dirty="0" smtClean="0">
                <a:solidFill>
                  <a:schemeClr val="bg1"/>
                </a:solidFill>
                <a:latin typeface="Outfit" pitchFamily="2" charset="0"/>
              </a:defRPr>
            </a:lvl2pPr>
            <a:lvl3pPr>
              <a:buClr>
                <a:schemeClr val="accent1"/>
              </a:buClr>
              <a:defRPr lang="en-US" sz="1800" b="0" i="0" dirty="0" smtClean="0">
                <a:solidFill>
                  <a:schemeClr val="bg1"/>
                </a:solidFill>
                <a:latin typeface="Outfit" pitchFamily="2" charset="0"/>
              </a:defRPr>
            </a:lvl3pPr>
            <a:lvl4pPr>
              <a:buClr>
                <a:schemeClr val="accent1"/>
              </a:buClr>
              <a:defRPr lang="en-US" b="0" i="0" dirty="0" smtClean="0">
                <a:solidFill>
                  <a:schemeClr val="bg1"/>
                </a:solidFill>
                <a:latin typeface="Outfit" pitchFamily="2" charset="0"/>
              </a:defRPr>
            </a:lvl4pPr>
            <a:lvl5pPr>
              <a:buClr>
                <a:schemeClr val="accent1"/>
              </a:buClr>
              <a:defRPr lang="en-US" b="0" i="0" dirty="0">
                <a:solidFill>
                  <a:schemeClr val="bg1"/>
                </a:solidFill>
                <a:latin typeface="Outfit" pitchFamily="2" charset="0"/>
              </a:defRPr>
            </a:lvl5pPr>
          </a:lstStyle>
          <a:p>
            <a:pPr marL="285750" lvl="0" indent="-285750">
              <a:buClr>
                <a:schemeClr val="accent1"/>
              </a:buClr>
            </a:pPr>
            <a:r>
              <a:rPr lang="en-US"/>
              <a:t>Click to edit Master text styles</a:t>
            </a:r>
          </a:p>
          <a:p>
            <a:pPr marL="742950" lvl="1" indent="-285750">
              <a:buClr>
                <a:schemeClr val="accent1"/>
              </a:buClr>
            </a:pPr>
            <a:r>
              <a:rPr lang="en-US"/>
              <a:t>Second level</a:t>
            </a:r>
          </a:p>
          <a:p>
            <a:pPr marL="1200150" lvl="2" indent="-285750">
              <a:buClr>
                <a:schemeClr val="accent1"/>
              </a:buClr>
            </a:pPr>
            <a:r>
              <a:rPr lang="en-US"/>
              <a:t>Third level</a:t>
            </a:r>
          </a:p>
          <a:p>
            <a:pPr marL="1657350" lvl="3" indent="-285750">
              <a:buClr>
                <a:schemeClr val="accent1"/>
              </a:buClr>
            </a:pPr>
            <a:r>
              <a:rPr lang="en-US"/>
              <a:t>Fourth level</a:t>
            </a:r>
          </a:p>
          <a:p>
            <a:pPr marL="2114550" lvl="4" indent="-285750">
              <a:buClr>
                <a:schemeClr val="accent1"/>
              </a:buClr>
            </a:pPr>
            <a:r>
              <a:rPr lang="en-US"/>
              <a:t>Fifth level</a:t>
            </a:r>
          </a:p>
        </p:txBody>
      </p:sp>
      <p:sp>
        <p:nvSpPr>
          <p:cNvPr id="2" name="Text Placeholder 10">
            <a:extLst>
              <a:ext uri="{FF2B5EF4-FFF2-40B4-BE49-F238E27FC236}">
                <a16:creationId xmlns:a16="http://schemas.microsoft.com/office/drawing/2014/main" id="{1AF044B7-FB98-9D22-ECD8-5F027D959B8F}"/>
              </a:ext>
            </a:extLst>
          </p:cNvPr>
          <p:cNvSpPr>
            <a:spLocks noGrp="1"/>
          </p:cNvSpPr>
          <p:nvPr>
            <p:ph type="body" sz="quarter" idx="11"/>
          </p:nvPr>
        </p:nvSpPr>
        <p:spPr>
          <a:xfrm>
            <a:off x="415434" y="1090046"/>
            <a:ext cx="11391611" cy="411163"/>
          </a:xfrm>
          <a:prstGeom prst="rect">
            <a:avLst/>
          </a:prstGeom>
        </p:spPr>
        <p:txBody>
          <a:bodyPr>
            <a:noAutofit/>
          </a:bodyPr>
          <a:lstStyle>
            <a:lvl1pPr marL="0" indent="0">
              <a:buNone/>
              <a:defRPr sz="2000" b="0" i="0">
                <a:solidFill>
                  <a:schemeClr val="bg1"/>
                </a:solidFill>
                <a:latin typeface="Outfit" pitchFamily="2" charset="0"/>
              </a:defRPr>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983278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5B362CE7-DA10-7167-EF19-E06A319DFD82}"/>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231056"/>
            <a:ext cx="4662942" cy="1481752"/>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196232"/>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9">
            <a:extLst>
              <a:ext uri="{FF2B5EF4-FFF2-40B4-BE49-F238E27FC236}">
                <a16:creationId xmlns:a16="http://schemas.microsoft.com/office/drawing/2014/main" id="{0F4FFE77-7A7C-59C2-9268-D35E21FA6314}"/>
              </a:ext>
            </a:extLst>
          </p:cNvPr>
          <p:cNvSpPr>
            <a:spLocks noGrp="1"/>
          </p:cNvSpPr>
          <p:nvPr>
            <p:ph type="body" sz="quarter" idx="13" hasCustomPrompt="1"/>
          </p:nvPr>
        </p:nvSpPr>
        <p:spPr>
          <a:xfrm>
            <a:off x="7613182" y="4196232"/>
            <a:ext cx="3838487" cy="1323439"/>
          </a:xfrm>
          <a:prstGeom prst="rect">
            <a:avLst/>
          </a:prstGeom>
          <a:noFill/>
        </p:spPr>
        <p:txBody>
          <a:bodyPr wrap="square">
            <a:spAutoFit/>
          </a:bodyPr>
          <a:lstStyle>
            <a:lvl1pPr marL="0" indent="0">
              <a:lnSpc>
                <a:spcPct val="100000"/>
              </a:lnSpc>
              <a:buNone/>
              <a:defRPr lang="en-US" sz="4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pic>
        <p:nvPicPr>
          <p:cNvPr id="5" name="Graphic 4">
            <a:extLst>
              <a:ext uri="{FF2B5EF4-FFF2-40B4-BE49-F238E27FC236}">
                <a16:creationId xmlns:a16="http://schemas.microsoft.com/office/drawing/2014/main" id="{19931200-016E-34E8-35AE-432F1A9A03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1617704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Snip Single Corner Rectangle 3">
            <a:extLst>
              <a:ext uri="{FF2B5EF4-FFF2-40B4-BE49-F238E27FC236}">
                <a16:creationId xmlns:a16="http://schemas.microsoft.com/office/drawing/2014/main" id="{933CF759-74C5-A617-BDB3-765A40D252FE}"/>
              </a:ext>
            </a:extLst>
          </p:cNvPr>
          <p:cNvSpPr/>
          <p:nvPr userDrawn="1"/>
        </p:nvSpPr>
        <p:spPr>
          <a:xfrm>
            <a:off x="0" y="424206"/>
            <a:ext cx="7221891"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977633"/>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767095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1304441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FABC16FE-3935-56B3-E2EF-5F47EA1A1662}"/>
              </a:ext>
            </a:extLst>
          </p:cNvPr>
          <p:cNvSpPr/>
          <p:nvPr userDrawn="1"/>
        </p:nvSpPr>
        <p:spPr>
          <a:xfrm flipH="1">
            <a:off x="4675694" y="424206"/>
            <a:ext cx="7516305"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745187" y="2137848"/>
            <a:ext cx="5632760" cy="1477328"/>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5745187" y="1646858"/>
            <a:ext cx="5632760" cy="424732"/>
          </a:xfrm>
          <a:prstGeom prst="rect">
            <a:avLst/>
          </a:prstGeom>
          <a:noFill/>
        </p:spPr>
        <p:txBody>
          <a:bodyPr wrap="square" lIns="91440" tIns="45720" rIns="91440" bIns="45720" anchor="t">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5745186" y="4472479"/>
            <a:ext cx="5703731" cy="313932"/>
          </a:xfrm>
          <a:prstGeom prst="rect">
            <a:avLst/>
          </a:prstGeom>
          <a:noFill/>
        </p:spPr>
        <p:txBody>
          <a:bodyPr wrap="square">
            <a:spAutoFit/>
          </a:bodyPr>
          <a:lstStyle>
            <a:lvl1pPr marL="0" indent="0">
              <a:buNone/>
              <a:defRPr lang="en-US" sz="16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Box 3">
            <a:extLst>
              <a:ext uri="{FF2B5EF4-FFF2-40B4-BE49-F238E27FC236}">
                <a16:creationId xmlns:a16="http://schemas.microsoft.com/office/drawing/2014/main" id="{9779D6FF-3AD2-A773-D8B2-BAD405B26BBE}"/>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300892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2927223" y="2296609"/>
            <a:ext cx="5840594" cy="1481752"/>
          </a:xfrm>
          <a:prstGeom prst="rect">
            <a:avLst/>
          </a:prstGeom>
          <a:noFill/>
        </p:spPr>
        <p:txBody>
          <a:bodyPr wrap="square">
            <a:spAutoFit/>
          </a:bodyPr>
          <a:lstStyle>
            <a:lvl1pPr algn="ct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2927223" y="1805619"/>
            <a:ext cx="5840594" cy="424732"/>
          </a:xfrm>
          <a:prstGeom prst="rect">
            <a:avLst/>
          </a:prstGeom>
          <a:noFill/>
        </p:spPr>
        <p:txBody>
          <a:bodyPr wrap="square" lIns="91440" tIns="45720" rIns="91440" bIns="45720" anchor="b">
            <a:spAutoFit/>
          </a:bodyPr>
          <a:lstStyle>
            <a:lvl1pPr marL="0" indent="0" algn="ctr">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3851276" y="4472479"/>
            <a:ext cx="3838487" cy="371127"/>
          </a:xfrm>
          <a:prstGeom prst="rect">
            <a:avLst/>
          </a:prstGeom>
          <a:noFill/>
        </p:spPr>
        <p:txBody>
          <a:bodyPr wrap="square">
            <a:spAutoFit/>
          </a:bodyPr>
          <a:lstStyle>
            <a:lvl1pPr marL="0" indent="0" algn="ctr">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500665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307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535531"/>
          </a:xfrm>
          <a:prstGeom prst="rect">
            <a:avLst/>
          </a:prstGeom>
          <a:noFill/>
        </p:spPr>
        <p:txBody>
          <a:bodyPr wrap="square" rtlCol="0">
            <a:spAutoFit/>
          </a:bodyPr>
          <a:lstStyle>
            <a:lvl1pPr>
              <a:defRPr b="1">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2453515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15434" y="1059050"/>
            <a:ext cx="1139161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12370266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hite - H1 H2">
  <p:cSld name="White - H1 H2">
    <p:bg>
      <p:bgPr>
        <a:solidFill>
          <a:schemeClr val="lt1"/>
        </a:solidFill>
        <a:effectLst/>
      </p:bgPr>
    </p:bg>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402336" y="231648"/>
            <a:ext cx="11411600" cy="9916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2100"/>
              <a:buFont typeface="Roboto Black"/>
              <a:buNone/>
              <a:defRPr sz="3733" b="0" i="0" u="none" strike="noStrike" cap="none">
                <a:solidFill>
                  <a:schemeClr val="dk1"/>
                </a:solidFill>
                <a:latin typeface="Roboto Black"/>
                <a:ea typeface="Roboto Black"/>
                <a:cs typeface="Roboto Black"/>
                <a:sym typeface="Roboto Black"/>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
        <p:nvSpPr>
          <p:cNvPr id="63" name="Google Shape;63;p16"/>
          <p:cNvSpPr txBox="1">
            <a:spLocks noGrp="1"/>
          </p:cNvSpPr>
          <p:nvPr>
            <p:ph type="subTitle" idx="1"/>
          </p:nvPr>
        </p:nvSpPr>
        <p:spPr>
          <a:xfrm>
            <a:off x="402336" y="1060704"/>
            <a:ext cx="11411600" cy="3700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1100"/>
              <a:buFont typeface="Roboto"/>
              <a:buNone/>
              <a:defRPr sz="1867" b="0" i="0" u="none" strike="noStrike" cap="none">
                <a:solidFill>
                  <a:schemeClr val="dk1"/>
                </a:solidFill>
                <a:latin typeface="Roboto"/>
                <a:ea typeface="Roboto"/>
                <a:cs typeface="Roboto"/>
                <a:sym typeface="Roboto"/>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7905775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817239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3844830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9879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bg>
      <p:bgPr>
        <a:gradFill>
          <a:gsLst>
            <a:gs pos="23000">
              <a:srgbClr val="E3E8FF"/>
            </a:gs>
            <a:gs pos="100000">
              <a:schemeClr val="bg1"/>
            </a:gs>
          </a:gsLst>
          <a:lin ang="4200000" scaled="0"/>
        </a:gradFill>
        <a:effectLst/>
      </p:bgPr>
    </p:bg>
    <p:spTree>
      <p:nvGrpSpPr>
        <p:cNvPr id="1" name=""/>
        <p:cNvGrpSpPr/>
        <p:nvPr/>
      </p:nvGrpSpPr>
      <p:grpSpPr>
        <a:xfrm>
          <a:off x="0" y="0"/>
          <a:ext cx="0" cy="0"/>
          <a:chOff x="0" y="0"/>
          <a:chExt cx="0" cy="0"/>
        </a:xfrm>
      </p:grpSpPr>
      <p:sp>
        <p:nvSpPr>
          <p:cNvPr id="6" name="Document 82">
            <a:extLst>
              <a:ext uri="{FF2B5EF4-FFF2-40B4-BE49-F238E27FC236}">
                <a16:creationId xmlns:a16="http://schemas.microsoft.com/office/drawing/2014/main" id="{59E3677C-A32A-F9C8-C993-DC292398ABD8}"/>
              </a:ext>
            </a:extLst>
          </p:cNvPr>
          <p:cNvSpPr/>
          <p:nvPr userDrawn="1"/>
        </p:nvSpPr>
        <p:spPr>
          <a:xfrm rot="16200000" flipH="1">
            <a:off x="212724" y="-209101"/>
            <a:ext cx="6869881" cy="7295317"/>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B3693A0-FE5B-75D6-8A3D-4A881ACC50C3}"/>
              </a:ext>
            </a:extLst>
          </p:cNvPr>
          <p:cNvPicPr>
            <a:picLocks noChangeAspect="1"/>
          </p:cNvPicPr>
          <p:nvPr userDrawn="1"/>
        </p:nvPicPr>
        <p:blipFill>
          <a:blip r:embed="rId2"/>
          <a:srcRect/>
          <a:stretch/>
        </p:blipFill>
        <p:spPr>
          <a:xfrm>
            <a:off x="808275" y="4859282"/>
            <a:ext cx="2332490" cy="387714"/>
          </a:xfrm>
          <a:prstGeom prst="rect">
            <a:avLst/>
          </a:prstGeom>
        </p:spPr>
      </p:pic>
      <p:sp>
        <p:nvSpPr>
          <p:cNvPr id="10" name="Title 1">
            <a:extLst>
              <a:ext uri="{FF2B5EF4-FFF2-40B4-BE49-F238E27FC236}">
                <a16:creationId xmlns:a16="http://schemas.microsoft.com/office/drawing/2014/main" id="{A09CEEF1-4022-35D2-C540-8397F419849B}"/>
              </a:ext>
            </a:extLst>
          </p:cNvPr>
          <p:cNvSpPr>
            <a:spLocks noGrp="1"/>
          </p:cNvSpPr>
          <p:nvPr>
            <p:ph type="ctrTitle" hasCustomPrompt="1"/>
          </p:nvPr>
        </p:nvSpPr>
        <p:spPr>
          <a:xfrm>
            <a:off x="716639" y="1332651"/>
            <a:ext cx="5296234" cy="1481752"/>
          </a:xfrm>
          <a:prstGeom prst="rect">
            <a:avLst/>
          </a:prstGeom>
          <a:noFill/>
        </p:spPr>
        <p:txBody>
          <a:bodyPr wrap="square" rtlCol="0" anchor="b">
            <a:spAutoFit/>
          </a:bodyPr>
          <a:lstStyle>
            <a:lvl1pPr>
              <a:defRPr lang="en-US" sz="5000" dirty="0">
                <a:solidFill>
                  <a:schemeClr val="tx1"/>
                </a:solidFill>
                <a:latin typeface="+mj-lt"/>
                <a:ea typeface="+mn-ea"/>
                <a:cs typeface="Archivo" pitchFamily="2" charset="0"/>
              </a:defRPr>
            </a:lvl1pPr>
          </a:lstStyle>
          <a:p>
            <a:pPr marL="0" lvl="0">
              <a:spcAft>
                <a:spcPts val="1800"/>
              </a:spcAft>
            </a:pPr>
            <a:r>
              <a:rPr lang="en-US"/>
              <a:t>Click to add Presentation Title</a:t>
            </a:r>
          </a:p>
        </p:txBody>
      </p:sp>
      <p:sp>
        <p:nvSpPr>
          <p:cNvPr id="11" name="Subtitle 2">
            <a:extLst>
              <a:ext uri="{FF2B5EF4-FFF2-40B4-BE49-F238E27FC236}">
                <a16:creationId xmlns:a16="http://schemas.microsoft.com/office/drawing/2014/main" id="{ABA90BEE-1469-0F44-87AD-D3E702CDA785}"/>
              </a:ext>
            </a:extLst>
          </p:cNvPr>
          <p:cNvSpPr>
            <a:spLocks noGrp="1"/>
          </p:cNvSpPr>
          <p:nvPr>
            <p:ph type="subTitle" idx="1" hasCustomPrompt="1"/>
          </p:nvPr>
        </p:nvSpPr>
        <p:spPr>
          <a:xfrm>
            <a:off x="716639" y="3069552"/>
            <a:ext cx="5296234" cy="1116203"/>
          </a:xfrm>
          <a:prstGeom prst="rect">
            <a:avLst/>
          </a:prstGeom>
          <a:noFill/>
        </p:spPr>
        <p:txBody>
          <a:bodyPr wrap="square" rtlCol="0">
            <a:spAutoFit/>
          </a:bodyPr>
          <a:lstStyle>
            <a:lvl1pPr marL="0" indent="0">
              <a:buNone/>
              <a:defRPr lang="en-US" sz="2400">
                <a:solidFill>
                  <a:schemeClr val="tx1"/>
                </a:solidFill>
                <a:latin typeface="+mn-lt"/>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2" name="Text Placeholder 14">
            <a:extLst>
              <a:ext uri="{FF2B5EF4-FFF2-40B4-BE49-F238E27FC236}">
                <a16:creationId xmlns:a16="http://schemas.microsoft.com/office/drawing/2014/main" id="{49570129-F6F5-A246-FBB9-2A39F6285349}"/>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Date</a:t>
            </a:r>
          </a:p>
        </p:txBody>
      </p:sp>
      <p:sp>
        <p:nvSpPr>
          <p:cNvPr id="13" name="Text Placeholder 14">
            <a:extLst>
              <a:ext uri="{FF2B5EF4-FFF2-40B4-BE49-F238E27FC236}">
                <a16:creationId xmlns:a16="http://schemas.microsoft.com/office/drawing/2014/main" id="{974995CF-287B-06BC-73DE-53FA61002D4A}"/>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Presenter</a:t>
            </a:r>
          </a:p>
        </p:txBody>
      </p:sp>
    </p:spTree>
    <p:extLst>
      <p:ext uri="{BB962C8B-B14F-4D97-AF65-F5344CB8AC3E}">
        <p14:creationId xmlns:p14="http://schemas.microsoft.com/office/powerpoint/2010/main" val="14902403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3" name="Document 82">
            <a:extLst>
              <a:ext uri="{FF2B5EF4-FFF2-40B4-BE49-F238E27FC236}">
                <a16:creationId xmlns:a16="http://schemas.microsoft.com/office/drawing/2014/main" id="{98634527-6230-C3A9-382A-EE1CF9783CAA}"/>
              </a:ext>
            </a:extLst>
          </p:cNvPr>
          <p:cNvSpPr/>
          <p:nvPr userDrawn="1"/>
        </p:nvSpPr>
        <p:spPr>
          <a:xfrm rot="16200000" flipH="1">
            <a:off x="-81903" y="70022"/>
            <a:ext cx="6863566" cy="669976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1" y="2137848"/>
            <a:ext cx="4662942" cy="2174250"/>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581380" cy="424732"/>
          </a:xfrm>
          <a:prstGeom prst="rect">
            <a:avLst/>
          </a:prstGeom>
          <a:noFill/>
        </p:spPr>
        <p:txBody>
          <a:bodyPr wrap="square" lIns="91440" tIns="45720" rIns="91440" bIns="45720" anchor="t">
            <a:spAutoFit/>
          </a:bodyPr>
          <a:lstStyle>
            <a:lvl1pPr marL="0" indent="0">
              <a:buNone/>
              <a:defRPr lang="en-US" sz="2400" b="1" smtClean="0">
                <a:solidFill>
                  <a:schemeClr val="accent1"/>
                </a:solidFill>
                <a:latin typeface="+mj-lt"/>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472479"/>
            <a:ext cx="3838487"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7255566" y="1409870"/>
            <a:ext cx="4196104" cy="1323439"/>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
        <p:nvSpPr>
          <p:cNvPr id="6" name="TextBox 5">
            <a:extLst>
              <a:ext uri="{FF2B5EF4-FFF2-40B4-BE49-F238E27FC236}">
                <a16:creationId xmlns:a16="http://schemas.microsoft.com/office/drawing/2014/main" id="{AF3857B2-039E-AFF2-1E8A-E8ADA4B13CB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8" name="Oval 7">
            <a:extLst>
              <a:ext uri="{FF2B5EF4-FFF2-40B4-BE49-F238E27FC236}">
                <a16:creationId xmlns:a16="http://schemas.microsoft.com/office/drawing/2014/main" id="{A871836E-8539-7AD9-18DC-27EAF02805AB}"/>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7">
            <a:extLst>
              <a:ext uri="{FF2B5EF4-FFF2-40B4-BE49-F238E27FC236}">
                <a16:creationId xmlns:a16="http://schemas.microsoft.com/office/drawing/2014/main" id="{A9C85836-13C6-CE90-7299-A3434079114A}"/>
              </a:ext>
            </a:extLst>
          </p:cNvPr>
          <p:cNvSpPr>
            <a:spLocks noGrp="1"/>
          </p:cNvSpPr>
          <p:nvPr>
            <p:ph type="pic" sz="quarter" idx="14"/>
          </p:nvPr>
        </p:nvSpPr>
        <p:spPr>
          <a:xfrm>
            <a:off x="7255566" y="2941221"/>
            <a:ext cx="4196104" cy="2405343"/>
          </a:xfrm>
        </p:spPr>
        <p:txBody>
          <a:bodyPr/>
          <a:lstStyle/>
          <a:p>
            <a:r>
              <a:rPr lang="en-US"/>
              <a:t>Click icon to add picture</a:t>
            </a:r>
          </a:p>
        </p:txBody>
      </p:sp>
    </p:spTree>
    <p:extLst>
      <p:ext uri="{BB962C8B-B14F-4D97-AF65-F5344CB8AC3E}">
        <p14:creationId xmlns:p14="http://schemas.microsoft.com/office/powerpoint/2010/main" val="3208118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Divider">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8495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435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1626337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4741968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ancy Title + Content">
    <p:bg>
      <p:bgPr>
        <a:gradFill>
          <a:gsLst>
            <a:gs pos="0">
              <a:srgbClr val="DFE8FF"/>
            </a:gs>
            <a:gs pos="100000">
              <a:schemeClr val="accent6"/>
            </a:gs>
          </a:gsLst>
          <a:lin ang="5400000" scaled="0"/>
        </a:gradFill>
        <a:effectLst/>
      </p:bgPr>
    </p:bg>
    <p:spTree>
      <p:nvGrpSpPr>
        <p:cNvPr id="1" name=""/>
        <p:cNvGrpSpPr/>
        <p:nvPr/>
      </p:nvGrpSpPr>
      <p:grpSpPr>
        <a:xfrm>
          <a:off x="0" y="0"/>
          <a:ext cx="0" cy="0"/>
          <a:chOff x="0" y="0"/>
          <a:chExt cx="0" cy="0"/>
        </a:xfrm>
      </p:grpSpPr>
      <p:sp>
        <p:nvSpPr>
          <p:cNvPr id="3" name="Document 9">
            <a:extLst>
              <a:ext uri="{FF2B5EF4-FFF2-40B4-BE49-F238E27FC236}">
                <a16:creationId xmlns:a16="http://schemas.microsoft.com/office/drawing/2014/main" id="{779FC737-02B5-7DCC-72AF-95DE31B1BC2E}"/>
              </a:ext>
            </a:extLst>
          </p:cNvPr>
          <p:cNvSpPr/>
          <p:nvPr userDrawn="1"/>
        </p:nvSpPr>
        <p:spPr>
          <a:xfrm rot="10800000" flipH="1">
            <a:off x="0" y="1186868"/>
            <a:ext cx="12192000" cy="5676595"/>
          </a:xfrm>
          <a:prstGeom prst="flowChartDocument">
            <a:avLst/>
          </a:prstGeom>
          <a:gradFill>
            <a:gsLst>
              <a:gs pos="54000">
                <a:schemeClr val="bg1"/>
              </a:gs>
              <a:gs pos="0">
                <a:srgbClr val="E8EFFF"/>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02401" y="392099"/>
            <a:ext cx="10629634" cy="649858"/>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12339" y="1902514"/>
            <a:ext cx="5429562" cy="426848"/>
          </a:xfrm>
          <a:prstGeom prst="rect">
            <a:avLst/>
          </a:prstGeom>
          <a:noFill/>
        </p:spPr>
        <p:txBody>
          <a:bodyPr wrap="square">
            <a:spAutoFit/>
          </a:bodyPr>
          <a:lstStyle>
            <a:lvl1pPr marL="0" indent="0">
              <a:buNone/>
              <a:defRPr lang="en-US" sz="24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7">
            <a:extLst>
              <a:ext uri="{FF2B5EF4-FFF2-40B4-BE49-F238E27FC236}">
                <a16:creationId xmlns:a16="http://schemas.microsoft.com/office/drawing/2014/main" id="{E98E7FB4-6263-16A9-98C2-3D089B941E84}"/>
              </a:ext>
            </a:extLst>
          </p:cNvPr>
          <p:cNvSpPr>
            <a:spLocks noGrp="1"/>
          </p:cNvSpPr>
          <p:nvPr>
            <p:ph type="body" sz="quarter" idx="10"/>
          </p:nvPr>
        </p:nvSpPr>
        <p:spPr>
          <a:xfrm>
            <a:off x="412340" y="2673625"/>
            <a:ext cx="10823598" cy="3604291"/>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B49F6AA8-8854-19C2-E691-736B237EF12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ABDF5DB1-8336-CEDB-8E43-4BEB172446FE}"/>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B2EEE0F4-1210-98DC-EBD6-C81CC64DE9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35222734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ancy Title + Content2">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2" y="2137848"/>
            <a:ext cx="3453982" cy="2169825"/>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740330" y="4472479"/>
            <a:ext cx="4388261"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12" name="Text Placeholder 9">
            <a:extLst>
              <a:ext uri="{FF2B5EF4-FFF2-40B4-BE49-F238E27FC236}">
                <a16:creationId xmlns:a16="http://schemas.microsoft.com/office/drawing/2014/main" id="{22E55160-AEBC-93A3-7AA5-EED259646B47}"/>
              </a:ext>
            </a:extLst>
          </p:cNvPr>
          <p:cNvSpPr>
            <a:spLocks noGrp="1"/>
          </p:cNvSpPr>
          <p:nvPr>
            <p:ph type="body" sz="quarter" idx="13"/>
          </p:nvPr>
        </p:nvSpPr>
        <p:spPr>
          <a:xfrm>
            <a:off x="5337313" y="1159522"/>
            <a:ext cx="6326006" cy="538417"/>
          </a:xfrm>
          <a:prstGeom prst="rect">
            <a:avLst/>
          </a:prstGeom>
          <a:noFill/>
        </p:spPr>
        <p:txBody>
          <a:bodyPr wrap="square" lIns="91440" tIns="45720" rIns="91440" bIns="45720" anchor="t">
            <a:spAutoFit/>
          </a:bodyPr>
          <a:lstStyle>
            <a:lvl1pPr marL="0" indent="0">
              <a:buNone/>
              <a:defRPr lang="en-US" sz="3200" b="1" dirty="0">
                <a:solidFill>
                  <a:schemeClr val="tx1"/>
                </a:solidFill>
                <a:latin typeface="+mj-lt"/>
                <a:cs typeface="Archivo" pitchFamily="2" charset="77"/>
              </a:defRPr>
            </a:lvl1pPr>
          </a:lstStyle>
          <a:p>
            <a:pPr marL="0" lvl="0">
              <a:spcAft>
                <a:spcPts val="1200"/>
              </a:spcAft>
            </a:pPr>
            <a:r>
              <a:rPr lang="en-US"/>
              <a:t>Click to edit Master text styles</a:t>
            </a:r>
          </a:p>
        </p:txBody>
      </p:sp>
      <p:sp>
        <p:nvSpPr>
          <p:cNvPr id="3" name="Text Placeholder 7">
            <a:extLst>
              <a:ext uri="{FF2B5EF4-FFF2-40B4-BE49-F238E27FC236}">
                <a16:creationId xmlns:a16="http://schemas.microsoft.com/office/drawing/2014/main" id="{DE1FBBBC-1460-AF96-D1DF-A898A87A2FE8}"/>
              </a:ext>
            </a:extLst>
          </p:cNvPr>
          <p:cNvSpPr>
            <a:spLocks noGrp="1"/>
          </p:cNvSpPr>
          <p:nvPr>
            <p:ph type="body" sz="quarter" idx="10"/>
          </p:nvPr>
        </p:nvSpPr>
        <p:spPr>
          <a:xfrm>
            <a:off x="5337314" y="1958093"/>
            <a:ext cx="6326005" cy="469916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1018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ancy Title + Content3">
    <p:bg>
      <p:bgPr>
        <a:gradFill>
          <a:gsLst>
            <a:gs pos="5000">
              <a:srgbClr val="E8ECFF"/>
            </a:gs>
            <a:gs pos="85000">
              <a:schemeClr val="bg1"/>
            </a:gs>
          </a:gsLst>
          <a:lin ang="5400000" scaled="0"/>
        </a:gradFill>
        <a:effectLst/>
      </p:bgPr>
    </p:bg>
    <p:spTree>
      <p:nvGrpSpPr>
        <p:cNvPr id="1" name=""/>
        <p:cNvGrpSpPr/>
        <p:nvPr/>
      </p:nvGrpSpPr>
      <p:grpSpPr>
        <a:xfrm>
          <a:off x="0" y="0"/>
          <a:ext cx="0" cy="0"/>
          <a:chOff x="0" y="0"/>
          <a:chExt cx="0" cy="0"/>
        </a:xfrm>
      </p:grpSpPr>
      <p:sp>
        <p:nvSpPr>
          <p:cNvPr id="3" name="Document 35">
            <a:extLst>
              <a:ext uri="{FF2B5EF4-FFF2-40B4-BE49-F238E27FC236}">
                <a16:creationId xmlns:a16="http://schemas.microsoft.com/office/drawing/2014/main" id="{C2482607-8849-FB5C-7E3D-BAB86B6F1A66}"/>
              </a:ext>
            </a:extLst>
          </p:cNvPr>
          <p:cNvSpPr/>
          <p:nvPr userDrawn="1"/>
        </p:nvSpPr>
        <p:spPr>
          <a:xfrm rot="16200000" flipV="1">
            <a:off x="3709433" y="-1633426"/>
            <a:ext cx="6860348" cy="10104777"/>
          </a:xfrm>
          <a:prstGeom prst="flowChartDocument">
            <a:avLst/>
          </a:prstGeom>
          <a:gradFill>
            <a:gsLst>
              <a:gs pos="100000">
                <a:schemeClr val="accent5"/>
              </a:gs>
              <a:gs pos="0">
                <a:schemeClr val="accent6"/>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437570" y="400159"/>
            <a:ext cx="7141014" cy="1477328"/>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422913" y="2049294"/>
            <a:ext cx="7141014" cy="594137"/>
          </a:xfrm>
          <a:prstGeom prst="rect">
            <a:avLst/>
          </a:prstGeom>
          <a:noFill/>
        </p:spPr>
        <p:txBody>
          <a:bodyPr wrap="square">
            <a:spAutoFit/>
          </a:bodyPr>
          <a:lstStyle>
            <a:lvl1pPr marL="0" indent="0">
              <a:buNone/>
              <a:defRPr lang="en-US" sz="3600" smtClean="0">
                <a:solidFill>
                  <a:schemeClr val="tx2"/>
                </a:solidFill>
                <a:latin typeface="+mn-lt"/>
                <a:cs typeface="Archivo Light" pitchFamily="2" charset="0"/>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7">
            <a:extLst>
              <a:ext uri="{FF2B5EF4-FFF2-40B4-BE49-F238E27FC236}">
                <a16:creationId xmlns:a16="http://schemas.microsoft.com/office/drawing/2014/main" id="{05F80F48-677C-1A6B-C927-C0427D7A52F4}"/>
              </a:ext>
            </a:extLst>
          </p:cNvPr>
          <p:cNvSpPr>
            <a:spLocks noGrp="1"/>
          </p:cNvSpPr>
          <p:nvPr>
            <p:ph type="body" sz="quarter" idx="10"/>
          </p:nvPr>
        </p:nvSpPr>
        <p:spPr>
          <a:xfrm>
            <a:off x="4422913" y="2925053"/>
            <a:ext cx="7141014" cy="362774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9356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ld Statement">
    <p:bg>
      <p:bgPr>
        <a:solidFill>
          <a:schemeClr val="bg1"/>
        </a:solidFill>
        <a:effectLst/>
      </p:bgPr>
    </p:bg>
    <p:spTree>
      <p:nvGrpSpPr>
        <p:cNvPr id="1" name=""/>
        <p:cNvGrpSpPr/>
        <p:nvPr/>
      </p:nvGrpSpPr>
      <p:grpSpPr>
        <a:xfrm>
          <a:off x="0" y="0"/>
          <a:ext cx="0" cy="0"/>
          <a:chOff x="0" y="0"/>
          <a:chExt cx="0" cy="0"/>
        </a:xfrm>
      </p:grpSpPr>
      <p:sp>
        <p:nvSpPr>
          <p:cNvPr id="10" name="Document 82">
            <a:extLst>
              <a:ext uri="{FF2B5EF4-FFF2-40B4-BE49-F238E27FC236}">
                <a16:creationId xmlns:a16="http://schemas.microsoft.com/office/drawing/2014/main" id="{54C06756-8F48-8F71-C91B-9B4E626541F4}"/>
              </a:ext>
            </a:extLst>
          </p:cNvPr>
          <p:cNvSpPr/>
          <p:nvPr userDrawn="1"/>
        </p:nvSpPr>
        <p:spPr>
          <a:xfrm rot="16200000" flipH="1">
            <a:off x="-117080" y="105204"/>
            <a:ext cx="6863566" cy="6629395"/>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6855663" y="2882631"/>
            <a:ext cx="5018112" cy="1092735"/>
          </a:xfrm>
          <a:prstGeom prst="rect">
            <a:avLst/>
          </a:prstGeom>
          <a:noFill/>
        </p:spPr>
        <p:txBody>
          <a:bodyPr wrap="square" rtlCol="0">
            <a:spAutoFit/>
          </a:bodyPr>
          <a:lstStyle>
            <a:lvl1pPr>
              <a:defRPr sz="3600">
                <a:solidFill>
                  <a:schemeClr val="tx2"/>
                </a:solidFill>
              </a:defRPr>
            </a:lvl1pPr>
          </a:lstStyle>
          <a:p>
            <a:pPr marL="0" lvl="0"/>
            <a:r>
              <a:rPr lang="en-US"/>
              <a:t>Click to edit Master title style</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846427" y="4161810"/>
            <a:ext cx="5008562" cy="2070966"/>
          </a:xfrm>
        </p:spPr>
        <p:txBody>
          <a:bodyPr>
            <a:normAutofit/>
          </a:bodyPr>
          <a:lstStyle>
            <a:lvl1pPr marL="0" indent="0">
              <a:buFont typeface="Arial" panose="020B0604020202020204" pitchFamily="34" charset="0"/>
              <a:buNone/>
              <a:defRPr sz="2000">
                <a:solidFill>
                  <a:schemeClr val="tx2"/>
                </a:solidFill>
              </a:defRPr>
            </a:lvl1pPr>
            <a:lvl2pPr marL="742950" indent="-285750">
              <a:buFont typeface="Arial" panose="020B0604020202020204" pitchFamily="34" charset="0"/>
              <a:buChar char="•"/>
              <a:defRPr sz="1800"/>
            </a:lvl2pPr>
            <a:lvl3pPr marL="1200150" indent="-285750">
              <a:buFont typeface="Arial" panose="020B0604020202020204" pitchFamily="34" charset="0"/>
              <a:buChar char="•"/>
              <a:defRPr sz="16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sz="1400"/>
            </a:lvl5pPr>
          </a:lstStyle>
          <a:p>
            <a:pPr lvl="0"/>
            <a:r>
              <a:rPr lang="en-US"/>
              <a:t>Click to edit Master text styles</a:t>
            </a:r>
          </a:p>
        </p:txBody>
      </p:sp>
      <p:sp>
        <p:nvSpPr>
          <p:cNvPr id="4" name="Text Placeholder 10">
            <a:extLst>
              <a:ext uri="{FF2B5EF4-FFF2-40B4-BE49-F238E27FC236}">
                <a16:creationId xmlns:a16="http://schemas.microsoft.com/office/drawing/2014/main" id="{FA61409B-67FD-6ED7-6930-97C568D5C100}"/>
              </a:ext>
            </a:extLst>
          </p:cNvPr>
          <p:cNvSpPr>
            <a:spLocks noGrp="1"/>
          </p:cNvSpPr>
          <p:nvPr>
            <p:ph type="body" sz="quarter" idx="11"/>
          </p:nvPr>
        </p:nvSpPr>
        <p:spPr>
          <a:xfrm>
            <a:off x="440871" y="2307467"/>
            <a:ext cx="5105164" cy="2185020"/>
          </a:xfrm>
        </p:spPr>
        <p:txBody>
          <a:bodyPr>
            <a:noAutofit/>
          </a:bodyPr>
          <a:lstStyle>
            <a:lvl1pPr marL="0" indent="0">
              <a:buNone/>
              <a:defRPr sz="5000">
                <a:solidFill>
                  <a:schemeClr val="tx1"/>
                </a:solidFill>
                <a:latin typeface="+mj-lt"/>
              </a:defRPr>
            </a:lvl1pPr>
            <a:lvl2pPr>
              <a:defRPr sz="1600"/>
            </a:lvl2pPr>
            <a:lvl3pPr>
              <a:defRPr sz="1600"/>
            </a:lvl3pPr>
            <a:lvl4pPr>
              <a:defRPr sz="1600"/>
            </a:lvl4pPr>
            <a:lvl5pPr>
              <a:defRPr sz="1600"/>
            </a:lvl5pPr>
          </a:lstStyle>
          <a:p>
            <a:pPr lvl="0"/>
            <a:r>
              <a:rPr lang="en-US"/>
              <a:t>Click to edit Master text styles</a:t>
            </a:r>
          </a:p>
        </p:txBody>
      </p:sp>
      <p:sp>
        <p:nvSpPr>
          <p:cNvPr id="6" name="Picture Placeholder 7">
            <a:extLst>
              <a:ext uri="{FF2B5EF4-FFF2-40B4-BE49-F238E27FC236}">
                <a16:creationId xmlns:a16="http://schemas.microsoft.com/office/drawing/2014/main" id="{7DD87614-69F6-145F-DE48-DA274092E5C4}"/>
              </a:ext>
            </a:extLst>
          </p:cNvPr>
          <p:cNvSpPr>
            <a:spLocks noGrp="1"/>
          </p:cNvSpPr>
          <p:nvPr>
            <p:ph type="pic" sz="quarter" idx="10"/>
          </p:nvPr>
        </p:nvSpPr>
        <p:spPr>
          <a:xfrm>
            <a:off x="6855663" y="290845"/>
            <a:ext cx="5008562" cy="2405343"/>
          </a:xfrm>
        </p:spPr>
        <p:txBody>
          <a:bodyPr/>
          <a:lstStyle/>
          <a:p>
            <a:r>
              <a:rPr lang="en-US"/>
              <a:t>Click icon to add picture</a:t>
            </a:r>
          </a:p>
        </p:txBody>
      </p:sp>
      <p:pic>
        <p:nvPicPr>
          <p:cNvPr id="8" name="Graphic 7">
            <a:extLst>
              <a:ext uri="{FF2B5EF4-FFF2-40B4-BE49-F238E27FC236}">
                <a16:creationId xmlns:a16="http://schemas.microsoft.com/office/drawing/2014/main" id="{668827EF-1335-9B80-105E-84B07CDF971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670043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ld Statement Thin">
    <p:spTree>
      <p:nvGrpSpPr>
        <p:cNvPr id="1" name=""/>
        <p:cNvGrpSpPr/>
        <p:nvPr/>
      </p:nvGrpSpPr>
      <p:grpSpPr>
        <a:xfrm>
          <a:off x="0" y="0"/>
          <a:ext cx="0" cy="0"/>
          <a:chOff x="0" y="0"/>
          <a:chExt cx="0" cy="0"/>
        </a:xfrm>
      </p:grpSpPr>
      <p:sp>
        <p:nvSpPr>
          <p:cNvPr id="6" name="Document 32">
            <a:extLst>
              <a:ext uri="{FF2B5EF4-FFF2-40B4-BE49-F238E27FC236}">
                <a16:creationId xmlns:a16="http://schemas.microsoft.com/office/drawing/2014/main" id="{465EC87E-8866-0FC1-F00E-231903B1D14B}"/>
              </a:ext>
            </a:extLst>
          </p:cNvPr>
          <p:cNvSpPr/>
          <p:nvPr userDrawn="1"/>
        </p:nvSpPr>
        <p:spPr>
          <a:xfrm rot="16200000" flipH="1">
            <a:off x="-1172948" y="1182623"/>
            <a:ext cx="6848326" cy="450243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12773" y="1782338"/>
            <a:ext cx="3185192" cy="1757854"/>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hasCustomPrompt="1"/>
          </p:nvPr>
        </p:nvSpPr>
        <p:spPr>
          <a:xfrm>
            <a:off x="5059017" y="4094165"/>
            <a:ext cx="3528391" cy="371064"/>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add subtitle</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5059017" y="1870418"/>
            <a:ext cx="6392652" cy="707886"/>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Tree>
    <p:extLst>
      <p:ext uri="{BB962C8B-B14F-4D97-AF65-F5344CB8AC3E}">
        <p14:creationId xmlns:p14="http://schemas.microsoft.com/office/powerpoint/2010/main" val="41901476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Block Content">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403633" y="391806"/>
            <a:ext cx="11336193" cy="646331"/>
          </a:xfrm>
          <a:prstGeom prst="rect">
            <a:avLst/>
          </a:prstGeom>
          <a:noFill/>
        </p:spPr>
        <p:txBody>
          <a:bodyPr wrap="square" rtlCol="0">
            <a:spAutoFit/>
          </a:bodyPr>
          <a:lstStyle/>
          <a:p>
            <a:pPr marL="0" lvl="0"/>
            <a:r>
              <a:rPr lang="en-US"/>
              <a:t>Click to edit Master title style</a:t>
            </a:r>
          </a:p>
        </p:txBody>
      </p:sp>
      <p:sp>
        <p:nvSpPr>
          <p:cNvPr id="8" name="Picture Placeholder 7">
            <a:extLst>
              <a:ext uri="{FF2B5EF4-FFF2-40B4-BE49-F238E27FC236}">
                <a16:creationId xmlns:a16="http://schemas.microsoft.com/office/drawing/2014/main" id="{AF2FA83E-03E4-C6E6-C2D5-96F0C96BFC61}"/>
              </a:ext>
            </a:extLst>
          </p:cNvPr>
          <p:cNvSpPr>
            <a:spLocks noGrp="1"/>
          </p:cNvSpPr>
          <p:nvPr>
            <p:ph type="pic" sz="quarter" idx="10"/>
          </p:nvPr>
        </p:nvSpPr>
        <p:spPr>
          <a:xfrm>
            <a:off x="380639" y="1579418"/>
            <a:ext cx="5527460" cy="2761384"/>
          </a:xfrm>
        </p:spPr>
        <p:txBody>
          <a:bodyPr/>
          <a:lstStyle/>
          <a:p>
            <a:r>
              <a:rPr lang="en-US"/>
              <a:t>Click icon to add picture</a:t>
            </a:r>
          </a:p>
        </p:txBody>
      </p:sp>
      <p:sp>
        <p:nvSpPr>
          <p:cNvPr id="10" name="Text Placeholder 7">
            <a:extLst>
              <a:ext uri="{FF2B5EF4-FFF2-40B4-BE49-F238E27FC236}">
                <a16:creationId xmlns:a16="http://schemas.microsoft.com/office/drawing/2014/main" id="{588A1CEC-E40B-A000-8069-00B296F131DD}"/>
              </a:ext>
            </a:extLst>
          </p:cNvPr>
          <p:cNvSpPr>
            <a:spLocks noGrp="1"/>
          </p:cNvSpPr>
          <p:nvPr>
            <p:ph type="body" sz="quarter" idx="12"/>
          </p:nvPr>
        </p:nvSpPr>
        <p:spPr>
          <a:xfrm>
            <a:off x="403224" y="4655127"/>
            <a:ext cx="11336193" cy="166254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211957" y="1579418"/>
            <a:ext cx="5527460" cy="2761383"/>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14356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Column Bullet Slid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4FD037F5-A501-D7B7-0D56-00D5D58BD0E5}"/>
              </a:ext>
            </a:extLst>
          </p:cNvPr>
          <p:cNvSpPr>
            <a:spLocks noGrp="1"/>
          </p:cNvSpPr>
          <p:nvPr>
            <p:ph type="pic" sz="quarter" idx="10"/>
          </p:nvPr>
        </p:nvSpPr>
        <p:spPr>
          <a:xfrm>
            <a:off x="0" y="2035175"/>
            <a:ext cx="3659188" cy="4822825"/>
          </a:xfrm>
          <a:prstGeom prst="rect">
            <a:avLst/>
          </a:prstGeom>
        </p:spPr>
        <p:txBody>
          <a:bodyPr/>
          <a:lstStyle/>
          <a:p>
            <a:r>
              <a:rPr lang="en-US"/>
              <a:t>Click icon to add picture</a:t>
            </a:r>
          </a:p>
        </p:txBody>
      </p:sp>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4" y="528608"/>
            <a:ext cx="10515600" cy="538417"/>
          </a:xfrm>
          <a:prstGeom prst="rect">
            <a:avLst/>
          </a:prstGeom>
          <a:noFill/>
        </p:spPr>
        <p:txBody>
          <a:bodyPr wrap="square" rtlCol="0">
            <a:spAutoFit/>
          </a:bodyPr>
          <a:lstStyle>
            <a:lvl1pPr>
              <a:defRPr sz="3200">
                <a:solidFill>
                  <a:schemeClr val="tx1"/>
                </a:solidFill>
              </a:defRPr>
            </a:lvl1pPr>
          </a:lstStyle>
          <a:p>
            <a:pPr marL="0" lvl="0"/>
            <a:r>
              <a:rPr lang="en-US"/>
              <a:t>Click to edit Master title style</a:t>
            </a:r>
          </a:p>
        </p:txBody>
      </p:sp>
      <p:sp>
        <p:nvSpPr>
          <p:cNvPr id="26" name="Text Placeholder 25">
            <a:extLst>
              <a:ext uri="{FF2B5EF4-FFF2-40B4-BE49-F238E27FC236}">
                <a16:creationId xmlns:a16="http://schemas.microsoft.com/office/drawing/2014/main" id="{5019F7DD-5A14-9457-0998-3D1E13E7933A}"/>
              </a:ext>
            </a:extLst>
          </p:cNvPr>
          <p:cNvSpPr>
            <a:spLocks noGrp="1"/>
          </p:cNvSpPr>
          <p:nvPr>
            <p:ph type="body" sz="quarter" idx="11"/>
          </p:nvPr>
        </p:nvSpPr>
        <p:spPr>
          <a:xfrm>
            <a:off x="4397451" y="2046424"/>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28" name="Text Placeholder 27">
            <a:extLst>
              <a:ext uri="{FF2B5EF4-FFF2-40B4-BE49-F238E27FC236}">
                <a16:creationId xmlns:a16="http://schemas.microsoft.com/office/drawing/2014/main" id="{E38213E4-4FE0-2469-A814-AD03F5A9ADDF}"/>
              </a:ext>
            </a:extLst>
          </p:cNvPr>
          <p:cNvSpPr>
            <a:spLocks noGrp="1"/>
          </p:cNvSpPr>
          <p:nvPr>
            <p:ph type="body" sz="quarter" idx="12"/>
          </p:nvPr>
        </p:nvSpPr>
        <p:spPr>
          <a:xfrm>
            <a:off x="4397231" y="2433638"/>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29" name="Text Placeholder 25">
            <a:extLst>
              <a:ext uri="{FF2B5EF4-FFF2-40B4-BE49-F238E27FC236}">
                <a16:creationId xmlns:a16="http://schemas.microsoft.com/office/drawing/2014/main" id="{CC9822D3-4CF4-A4D7-65B9-6F2AD1DCB1D1}"/>
              </a:ext>
            </a:extLst>
          </p:cNvPr>
          <p:cNvSpPr>
            <a:spLocks noGrp="1"/>
          </p:cNvSpPr>
          <p:nvPr>
            <p:ph type="body" sz="quarter" idx="13"/>
          </p:nvPr>
        </p:nvSpPr>
        <p:spPr>
          <a:xfrm>
            <a:off x="4417549" y="352008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0" name="Text Placeholder 27">
            <a:extLst>
              <a:ext uri="{FF2B5EF4-FFF2-40B4-BE49-F238E27FC236}">
                <a16:creationId xmlns:a16="http://schemas.microsoft.com/office/drawing/2014/main" id="{C27A56C3-FEC8-39A9-6122-9079537EE7C4}"/>
              </a:ext>
            </a:extLst>
          </p:cNvPr>
          <p:cNvSpPr>
            <a:spLocks noGrp="1"/>
          </p:cNvSpPr>
          <p:nvPr>
            <p:ph type="body" sz="quarter" idx="14"/>
          </p:nvPr>
        </p:nvSpPr>
        <p:spPr>
          <a:xfrm>
            <a:off x="4417329" y="390729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1" name="Text Placeholder 25">
            <a:extLst>
              <a:ext uri="{FF2B5EF4-FFF2-40B4-BE49-F238E27FC236}">
                <a16:creationId xmlns:a16="http://schemas.microsoft.com/office/drawing/2014/main" id="{2F283C09-6074-6C3E-FBAF-2D9EF2C566D9}"/>
              </a:ext>
            </a:extLst>
          </p:cNvPr>
          <p:cNvSpPr>
            <a:spLocks noGrp="1"/>
          </p:cNvSpPr>
          <p:nvPr>
            <p:ph type="body" sz="quarter" idx="15"/>
          </p:nvPr>
        </p:nvSpPr>
        <p:spPr>
          <a:xfrm>
            <a:off x="4397451" y="499374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2" name="Text Placeholder 27">
            <a:extLst>
              <a:ext uri="{FF2B5EF4-FFF2-40B4-BE49-F238E27FC236}">
                <a16:creationId xmlns:a16="http://schemas.microsoft.com/office/drawing/2014/main" id="{B0BDC122-75CC-CB89-A29E-5703374B9E1D}"/>
              </a:ext>
            </a:extLst>
          </p:cNvPr>
          <p:cNvSpPr>
            <a:spLocks noGrp="1"/>
          </p:cNvSpPr>
          <p:nvPr>
            <p:ph type="body" sz="quarter" idx="16"/>
          </p:nvPr>
        </p:nvSpPr>
        <p:spPr>
          <a:xfrm>
            <a:off x="4397231" y="538096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3" name="Text Placeholder 25">
            <a:extLst>
              <a:ext uri="{FF2B5EF4-FFF2-40B4-BE49-F238E27FC236}">
                <a16:creationId xmlns:a16="http://schemas.microsoft.com/office/drawing/2014/main" id="{8F07E679-CB9F-B20B-B621-2DA564334261}"/>
              </a:ext>
            </a:extLst>
          </p:cNvPr>
          <p:cNvSpPr>
            <a:spLocks noGrp="1"/>
          </p:cNvSpPr>
          <p:nvPr>
            <p:ph type="body" sz="quarter" idx="17"/>
          </p:nvPr>
        </p:nvSpPr>
        <p:spPr>
          <a:xfrm>
            <a:off x="8171440" y="203517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4" name="Text Placeholder 27">
            <a:extLst>
              <a:ext uri="{FF2B5EF4-FFF2-40B4-BE49-F238E27FC236}">
                <a16:creationId xmlns:a16="http://schemas.microsoft.com/office/drawing/2014/main" id="{CA907FD9-C51D-5512-5C1A-B38A49B32585}"/>
              </a:ext>
            </a:extLst>
          </p:cNvPr>
          <p:cNvSpPr>
            <a:spLocks noGrp="1"/>
          </p:cNvSpPr>
          <p:nvPr>
            <p:ph type="body" sz="quarter" idx="18"/>
          </p:nvPr>
        </p:nvSpPr>
        <p:spPr>
          <a:xfrm>
            <a:off x="8171220" y="242238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5" name="Text Placeholder 25">
            <a:extLst>
              <a:ext uri="{FF2B5EF4-FFF2-40B4-BE49-F238E27FC236}">
                <a16:creationId xmlns:a16="http://schemas.microsoft.com/office/drawing/2014/main" id="{2E9072C3-5311-47C6-FCB7-920B8205CC9F}"/>
              </a:ext>
            </a:extLst>
          </p:cNvPr>
          <p:cNvSpPr>
            <a:spLocks noGrp="1"/>
          </p:cNvSpPr>
          <p:nvPr>
            <p:ph type="body" sz="quarter" idx="19"/>
          </p:nvPr>
        </p:nvSpPr>
        <p:spPr>
          <a:xfrm>
            <a:off x="8191538" y="350883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6" name="Text Placeholder 27">
            <a:extLst>
              <a:ext uri="{FF2B5EF4-FFF2-40B4-BE49-F238E27FC236}">
                <a16:creationId xmlns:a16="http://schemas.microsoft.com/office/drawing/2014/main" id="{DA5B75E9-2BD3-5CAB-81E2-2009593F5023}"/>
              </a:ext>
            </a:extLst>
          </p:cNvPr>
          <p:cNvSpPr>
            <a:spLocks noGrp="1"/>
          </p:cNvSpPr>
          <p:nvPr>
            <p:ph type="body" sz="quarter" idx="20"/>
          </p:nvPr>
        </p:nvSpPr>
        <p:spPr>
          <a:xfrm>
            <a:off x="8191318" y="389605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7" name="Text Placeholder 25">
            <a:extLst>
              <a:ext uri="{FF2B5EF4-FFF2-40B4-BE49-F238E27FC236}">
                <a16:creationId xmlns:a16="http://schemas.microsoft.com/office/drawing/2014/main" id="{496B864B-F030-A472-7AA4-5E125A302F41}"/>
              </a:ext>
            </a:extLst>
          </p:cNvPr>
          <p:cNvSpPr>
            <a:spLocks noGrp="1"/>
          </p:cNvSpPr>
          <p:nvPr>
            <p:ph type="body" sz="quarter" idx="21"/>
          </p:nvPr>
        </p:nvSpPr>
        <p:spPr>
          <a:xfrm>
            <a:off x="8171440" y="4982497"/>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8" name="Text Placeholder 27">
            <a:extLst>
              <a:ext uri="{FF2B5EF4-FFF2-40B4-BE49-F238E27FC236}">
                <a16:creationId xmlns:a16="http://schemas.microsoft.com/office/drawing/2014/main" id="{391D6780-CECA-6BBB-39E8-E05E8510C30D}"/>
              </a:ext>
            </a:extLst>
          </p:cNvPr>
          <p:cNvSpPr>
            <a:spLocks noGrp="1"/>
          </p:cNvSpPr>
          <p:nvPr>
            <p:ph type="body" sz="quarter" idx="22"/>
          </p:nvPr>
        </p:nvSpPr>
        <p:spPr>
          <a:xfrm>
            <a:off x="8171220" y="5369711"/>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Tree>
    <p:extLst>
      <p:ext uri="{BB962C8B-B14F-4D97-AF65-F5344CB8AC3E}">
        <p14:creationId xmlns:p14="http://schemas.microsoft.com/office/powerpoint/2010/main" val="3614680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heme 6 - Ligh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E8FFB8-AD83-E95E-37C6-3D334A0B290F}"/>
              </a:ext>
            </a:extLst>
          </p:cNvPr>
          <p:cNvGrpSpPr>
            <a:grpSpLocks noChangeAspect="1"/>
          </p:cNvGrpSpPr>
          <p:nvPr userDrawn="1"/>
        </p:nvGrpSpPr>
        <p:grpSpPr>
          <a:xfrm>
            <a:off x="0" y="-1104105"/>
            <a:ext cx="1625600" cy="914400"/>
            <a:chOff x="0" y="0"/>
            <a:chExt cx="20574000" cy="6858000"/>
          </a:xfrm>
        </p:grpSpPr>
        <p:sp>
          <p:nvSpPr>
            <p:cNvPr id="3" name="Rectangle 2">
              <a:extLst>
                <a:ext uri="{FF2B5EF4-FFF2-40B4-BE49-F238E27FC236}">
                  <a16:creationId xmlns:a16="http://schemas.microsoft.com/office/drawing/2014/main" id="{8A417764-E64C-0FD3-4B50-B3AC779683DB}"/>
                </a:ext>
              </a:extLst>
            </p:cNvPr>
            <p:cNvSpPr>
              <a:spLocks noChangeAspect="1"/>
            </p:cNvSpPr>
            <p:nvPr userDrawn="1"/>
          </p:nvSpPr>
          <p:spPr bwMode="auto">
            <a:xfrm>
              <a:off x="0" y="0"/>
              <a:ext cx="20574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222028" fontAlgn="base">
                <a:spcBef>
                  <a:spcPct val="0"/>
                </a:spcBef>
                <a:spcAft>
                  <a:spcPct val="0"/>
                </a:spcAft>
              </a:pPr>
              <a:endParaRPr lang="en-US" sz="476">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A0557B51-36CF-AE06-6DE8-82ACAB946553}"/>
                </a:ext>
              </a:extLst>
            </p:cNvPr>
            <p:cNvPicPr>
              <a:picLocks noChangeAspect="1"/>
            </p:cNvPicPr>
            <p:nvPr/>
          </p:nvPicPr>
          <p:blipFill>
            <a:blip r:embed="rId4" cstate="print">
              <a:alphaModFix/>
              <a:extLst>
                <a:ext uri="{BEBA8EAE-BF5A-486C-A8C5-ECC9F3942E4B}">
                  <a14:imgProps xmlns:a14="http://schemas.microsoft.com/office/drawing/2010/main">
                    <a14:imgLayer r:embed="rId5">
                      <a14:imgEffect>
                        <a14:brightnessContrast bright="10000"/>
                      </a14:imgEffect>
                    </a14:imgLayer>
                  </a14:imgProps>
                </a:ext>
                <a:ext uri="{28A0092B-C50C-407E-A947-70E740481C1C}">
                  <a14:useLocalDpi xmlns:a14="http://schemas.microsoft.com/office/drawing/2010/main" val="0"/>
                </a:ext>
              </a:extLst>
            </a:blip>
            <a:srcRect t="12007" b="40595"/>
            <a:stretch/>
          </p:blipFill>
          <p:spPr>
            <a:xfrm>
              <a:off x="0" y="0"/>
              <a:ext cx="20574000" cy="6858000"/>
            </a:xfrm>
            <a:prstGeom prst="rect">
              <a:avLst/>
            </a:prstGeom>
          </p:spPr>
        </p:pic>
        <p:sp>
          <p:nvSpPr>
            <p:cNvPr id="5" name="Rectangle 4">
              <a:hlinkClick r:id="" action="ppaction://noaction"/>
              <a:extLst>
                <a:ext uri="{FF2B5EF4-FFF2-40B4-BE49-F238E27FC236}">
                  <a16:creationId xmlns:a16="http://schemas.microsoft.com/office/drawing/2014/main" id="{F5EA9A8B-89D0-947D-C76B-555C20C9BC95}"/>
                </a:ext>
              </a:extLst>
            </p:cNvPr>
            <p:cNvSpPr>
              <a:spLocks noChangeAspect="1"/>
            </p:cNvSpPr>
            <p:nvPr userDrawn="1"/>
          </p:nvSpPr>
          <p:spPr bwMode="auto">
            <a:xfrm>
              <a:off x="0" y="0"/>
              <a:ext cx="20574000" cy="6858000"/>
            </a:xfrm>
            <a:prstGeom prst="rect">
              <a:avLst/>
            </a:prstGeom>
            <a:gradFill flip="none" rotWithShape="1">
              <a:gsLst>
                <a:gs pos="60000">
                  <a:srgbClr val="E2F1F9">
                    <a:alpha val="60000"/>
                  </a:srgbClr>
                </a:gs>
                <a:gs pos="0">
                  <a:srgbClr val="FFECEE">
                    <a:alpha val="6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222028" fontAlgn="base">
                <a:lnSpc>
                  <a:spcPct val="100000"/>
                </a:lnSpc>
                <a:spcBef>
                  <a:spcPct val="0"/>
                </a:spcBef>
                <a:spcAft>
                  <a:spcPct val="0"/>
                </a:spcAft>
                <a:buClrTx/>
                <a:buSzTx/>
                <a:buFontTx/>
                <a:buNone/>
                <a:tabLst/>
              </a:pPr>
              <a:endParaRPr kumimoji="0" lang="en-US" sz="476" b="0" i="0" u="none" strike="noStrike" cap="none" spc="0" normalizeH="0" baseline="0" noProof="0">
                <a:ln>
                  <a:noFill/>
                </a:ln>
                <a:solidFill>
                  <a:srgbClr val="091F2C"/>
                </a:solidFill>
                <a:effectLst/>
                <a:uLnTx/>
                <a:uFillTx/>
                <a:latin typeface="Segoe UI"/>
                <a:cs typeface="Segoe UI" pitchFamily="34" charset="0"/>
              </a:endParaRPr>
            </a:p>
          </p:txBody>
        </p:sp>
      </p:grpSp>
    </p:spTree>
    <p:extLst>
      <p:ext uri="{BB962C8B-B14F-4D97-AF65-F5344CB8AC3E}">
        <p14:creationId xmlns:p14="http://schemas.microsoft.com/office/powerpoint/2010/main" val="30543156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525146"/>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18296757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92"/>
        <p:cNvGrpSpPr/>
        <p:nvPr/>
      </p:nvGrpSpPr>
      <p:grpSpPr>
        <a:xfrm>
          <a:off x="0" y="0"/>
          <a:ext cx="0" cy="0"/>
          <a:chOff x="0" y="0"/>
          <a:chExt cx="0" cy="0"/>
        </a:xfrm>
      </p:grpSpPr>
      <p:sp>
        <p:nvSpPr>
          <p:cNvPr id="93" name="Google Shape;93;p46"/>
          <p:cNvSpPr/>
          <p:nvPr/>
        </p:nvSpPr>
        <p:spPr>
          <a:xfrm>
            <a:off x="0" y="1168026"/>
            <a:ext cx="5382705" cy="4131297"/>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94" name="Google Shape;94;p46"/>
          <p:cNvSpPr txBox="1">
            <a:spLocks noGrp="1"/>
          </p:cNvSpPr>
          <p:nvPr>
            <p:ph type="title"/>
          </p:nvPr>
        </p:nvSpPr>
        <p:spPr>
          <a:xfrm>
            <a:off x="740331" y="2137848"/>
            <a:ext cx="3790725"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5" name="Google Shape;95;p46"/>
          <p:cNvSpPr txBox="1">
            <a:spLocks noGrp="1"/>
          </p:cNvSpPr>
          <p:nvPr>
            <p:ph type="body" idx="1"/>
          </p:nvPr>
        </p:nvSpPr>
        <p:spPr>
          <a:xfrm>
            <a:off x="740330"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6" name="Google Shape;96;p46"/>
          <p:cNvSpPr txBox="1">
            <a:spLocks noGrp="1"/>
          </p:cNvSpPr>
          <p:nvPr>
            <p:ph type="body" idx="2"/>
          </p:nvPr>
        </p:nvSpPr>
        <p:spPr>
          <a:xfrm>
            <a:off x="5693941" y="2137848"/>
            <a:ext cx="4696968"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7" name="Google Shape;97;p46"/>
          <p:cNvSpPr txBox="1">
            <a:spLocks noGrp="1"/>
          </p:cNvSpPr>
          <p:nvPr>
            <p:ph type="body" idx="3"/>
          </p:nvPr>
        </p:nvSpPr>
        <p:spPr>
          <a:xfrm>
            <a:off x="740330" y="1586958"/>
            <a:ext cx="3285018" cy="426848"/>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8" name="Google Shape;98;p46"/>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359095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Right Photo Divider">
  <p:cSld name="1_Right Photo Divider">
    <p:spTree>
      <p:nvGrpSpPr>
        <p:cNvPr id="1" name="Shape 99"/>
        <p:cNvGrpSpPr/>
        <p:nvPr/>
      </p:nvGrpSpPr>
      <p:grpSpPr>
        <a:xfrm>
          <a:off x="0" y="0"/>
          <a:ext cx="0" cy="0"/>
          <a:chOff x="0" y="0"/>
          <a:chExt cx="0" cy="0"/>
        </a:xfrm>
      </p:grpSpPr>
      <p:sp>
        <p:nvSpPr>
          <p:cNvPr id="100" name="Google Shape;100;p64"/>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01" name="Google Shape;101;p64"/>
          <p:cNvSpPr txBox="1">
            <a:spLocks noGrp="1"/>
          </p:cNvSpPr>
          <p:nvPr>
            <p:ph type="ctrTitle"/>
          </p:nvPr>
        </p:nvSpPr>
        <p:spPr>
          <a:xfrm>
            <a:off x="716639" y="644578"/>
            <a:ext cx="5296234" cy="2169825"/>
          </a:xfrm>
          <a:prstGeom prst="rect">
            <a:avLst/>
          </a:prstGeom>
          <a:noFill/>
          <a:ln>
            <a:noFill/>
          </a:ln>
        </p:spPr>
        <p:txBody>
          <a:bodyPr spcFirstLastPara="1" wrap="square" lIns="91425" tIns="45700" rIns="91425" bIns="45700" anchor="b"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2" name="Google Shape;102;p64"/>
          <p:cNvSpPr txBox="1">
            <a:spLocks noGrp="1"/>
          </p:cNvSpPr>
          <p:nvPr>
            <p:ph type="subTitle" idx="1"/>
          </p:nvPr>
        </p:nvSpPr>
        <p:spPr>
          <a:xfrm>
            <a:off x="716639" y="3114340"/>
            <a:ext cx="5296234" cy="1116203"/>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Outfit"/>
                <a:ea typeface="Outfit"/>
                <a:cs typeface="Outfit"/>
                <a:sym typeface="Outfit"/>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3" name="Google Shape;103;p64"/>
          <p:cNvSpPr txBox="1">
            <a:spLocks noGrp="1"/>
          </p:cNvSpPr>
          <p:nvPr>
            <p:ph type="body" idx="2"/>
          </p:nvPr>
        </p:nvSpPr>
        <p:spPr>
          <a:xfrm>
            <a:off x="716639" y="5467440"/>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4" name="Google Shape;104;p64"/>
          <p:cNvSpPr txBox="1">
            <a:spLocks noGrp="1"/>
          </p:cNvSpPr>
          <p:nvPr>
            <p:ph type="body" idx="3"/>
          </p:nvPr>
        </p:nvSpPr>
        <p:spPr>
          <a:xfrm>
            <a:off x="716639" y="5942212"/>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05" name="Google Shape;105;p64"/>
          <p:cNvPicPr preferRelativeResize="0"/>
          <p:nvPr/>
        </p:nvPicPr>
        <p:blipFill rotWithShape="1">
          <a:blip r:embed="rId2">
            <a:alphaModFix/>
          </a:blip>
          <a:srcRect/>
          <a:stretch/>
        </p:blipFill>
        <p:spPr>
          <a:xfrm>
            <a:off x="748643" y="4771309"/>
            <a:ext cx="2352368" cy="475686"/>
          </a:xfrm>
          <a:prstGeom prst="rect">
            <a:avLst/>
          </a:prstGeom>
          <a:noFill/>
          <a:ln>
            <a:noFill/>
          </a:ln>
        </p:spPr>
      </p:pic>
    </p:spTree>
    <p:extLst>
      <p:ext uri="{BB962C8B-B14F-4D97-AF65-F5344CB8AC3E}">
        <p14:creationId xmlns:p14="http://schemas.microsoft.com/office/powerpoint/2010/main" val="18590749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_Title Slide">
  <p:cSld name="2_Title Slide">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65"/>
          <p:cNvSpPr txBox="1">
            <a:spLocks noGrp="1"/>
          </p:cNvSpPr>
          <p:nvPr>
            <p:ph type="title"/>
          </p:nvPr>
        </p:nvSpPr>
        <p:spPr>
          <a:xfrm>
            <a:off x="403633" y="528608"/>
            <a:ext cx="11345023" cy="538417"/>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3200"/>
              <a:buFont typeface="Outfit"/>
              <a:buNone/>
              <a:defRPr sz="32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 name="Google Shape;108;p65"/>
          <p:cNvSpPr txBox="1">
            <a:spLocks noGrp="1"/>
          </p:cNvSpPr>
          <p:nvPr>
            <p:ph type="body" idx="1"/>
          </p:nvPr>
        </p:nvSpPr>
        <p:spPr>
          <a:xfrm>
            <a:off x="403633" y="1828800"/>
            <a:ext cx="11345022" cy="4500591"/>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2pPr>
            <a:lvl3pPr marL="1371600" marR="0" lvl="2"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3pPr>
            <a:lvl4pPr marL="1828800" marR="0" lvl="3"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4pPr>
            <a:lvl5pPr marL="2286000" marR="0" lvl="4"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9" name="Google Shape;109;p65"/>
          <p:cNvSpPr txBox="1">
            <a:spLocks noGrp="1"/>
          </p:cNvSpPr>
          <p:nvPr>
            <p:ph type="body" idx="2"/>
          </p:nvPr>
        </p:nvSpPr>
        <p:spPr>
          <a:xfrm>
            <a:off x="415434" y="1090046"/>
            <a:ext cx="11391611" cy="4111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467333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10"/>
        <p:cNvGrpSpPr/>
        <p:nvPr/>
      </p:nvGrpSpPr>
      <p:grpSpPr>
        <a:xfrm>
          <a:off x="0" y="0"/>
          <a:ext cx="0" cy="0"/>
          <a:chOff x="0" y="0"/>
          <a:chExt cx="0" cy="0"/>
        </a:xfrm>
      </p:grpSpPr>
      <p:sp>
        <p:nvSpPr>
          <p:cNvPr id="111" name="Google Shape;111;p66"/>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2" name="Google Shape;112;p66"/>
          <p:cNvSpPr txBox="1">
            <a:spLocks noGrp="1"/>
          </p:cNvSpPr>
          <p:nvPr>
            <p:ph type="title"/>
          </p:nvPr>
        </p:nvSpPr>
        <p:spPr>
          <a:xfrm>
            <a:off x="740331" y="2231056"/>
            <a:ext cx="4662942"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3" name="Google Shape;113;p66"/>
          <p:cNvSpPr txBox="1">
            <a:spLocks noGrp="1"/>
          </p:cNvSpPr>
          <p:nvPr>
            <p:ph type="body" idx="1"/>
          </p:nvPr>
        </p:nvSpPr>
        <p:spPr>
          <a:xfrm>
            <a:off x="740330" y="4196232"/>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4" name="Google Shape;114;p66"/>
          <p:cNvSpPr txBox="1">
            <a:spLocks noGrp="1"/>
          </p:cNvSpPr>
          <p:nvPr>
            <p:ph type="body" idx="2"/>
          </p:nvPr>
        </p:nvSpPr>
        <p:spPr>
          <a:xfrm>
            <a:off x="7613182" y="4196232"/>
            <a:ext cx="3838487" cy="1323439"/>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1000"/>
              </a:spcBef>
              <a:spcAft>
                <a:spcPts val="0"/>
              </a:spcAft>
              <a:buClr>
                <a:schemeClr val="lt1"/>
              </a:buClr>
              <a:buSzPts val="4000"/>
              <a:buFont typeface="Arial"/>
              <a:buNone/>
              <a:defRPr sz="4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15" name="Google Shape;115;p66"/>
          <p:cNvPicPr preferRelativeResize="0"/>
          <p:nvPr/>
        </p:nvPicPr>
        <p:blipFill rotWithShape="1">
          <a:blip r:embed="rId2">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5475457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16"/>
        <p:cNvGrpSpPr/>
        <p:nvPr/>
      </p:nvGrpSpPr>
      <p:grpSpPr>
        <a:xfrm>
          <a:off x="0" y="0"/>
          <a:ext cx="0" cy="0"/>
          <a:chOff x="0" y="0"/>
          <a:chExt cx="0" cy="0"/>
        </a:xfrm>
      </p:grpSpPr>
      <p:sp>
        <p:nvSpPr>
          <p:cNvPr id="117" name="Google Shape;117;p67"/>
          <p:cNvSpPr/>
          <p:nvPr/>
        </p:nvSpPr>
        <p:spPr>
          <a:xfrm>
            <a:off x="0" y="424206"/>
            <a:ext cx="7221891"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8" name="Google Shape;118;p67"/>
          <p:cNvSpPr txBox="1">
            <a:spLocks noGrp="1"/>
          </p:cNvSpPr>
          <p:nvPr>
            <p:ph type="title"/>
          </p:nvPr>
        </p:nvSpPr>
        <p:spPr>
          <a:xfrm>
            <a:off x="740331" y="2137848"/>
            <a:ext cx="4662942" cy="2174250"/>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9" name="Google Shape;119;p67"/>
          <p:cNvSpPr txBox="1">
            <a:spLocks noGrp="1"/>
          </p:cNvSpPr>
          <p:nvPr>
            <p:ph type="body" idx="1"/>
          </p:nvPr>
        </p:nvSpPr>
        <p:spPr>
          <a:xfrm>
            <a:off x="740331" y="1646858"/>
            <a:ext cx="4662942" cy="424732"/>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0" name="Google Shape;120;p67"/>
          <p:cNvSpPr txBox="1">
            <a:spLocks noGrp="1"/>
          </p:cNvSpPr>
          <p:nvPr>
            <p:ph type="body" idx="2"/>
          </p:nvPr>
        </p:nvSpPr>
        <p:spPr>
          <a:xfrm>
            <a:off x="740330" y="4977633"/>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925418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121"/>
        <p:cNvGrpSpPr/>
        <p:nvPr/>
      </p:nvGrpSpPr>
      <p:grpSpPr>
        <a:xfrm>
          <a:off x="0" y="0"/>
          <a:ext cx="0" cy="0"/>
          <a:chOff x="0" y="0"/>
          <a:chExt cx="0" cy="0"/>
        </a:xfrm>
      </p:grpSpPr>
      <p:sp>
        <p:nvSpPr>
          <p:cNvPr id="122" name="Google Shape;122;p68"/>
          <p:cNvSpPr/>
          <p:nvPr/>
        </p:nvSpPr>
        <p:spPr>
          <a:xfrm flipH="1">
            <a:off x="4675694" y="424206"/>
            <a:ext cx="7516305"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23" name="Google Shape;123;p68"/>
          <p:cNvSpPr txBox="1">
            <a:spLocks noGrp="1"/>
          </p:cNvSpPr>
          <p:nvPr>
            <p:ph type="title"/>
          </p:nvPr>
        </p:nvSpPr>
        <p:spPr>
          <a:xfrm>
            <a:off x="5745187" y="2137848"/>
            <a:ext cx="5632760" cy="1477328"/>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4" name="Google Shape;124;p68"/>
          <p:cNvSpPr txBox="1">
            <a:spLocks noGrp="1"/>
          </p:cNvSpPr>
          <p:nvPr>
            <p:ph type="body" idx="1"/>
          </p:nvPr>
        </p:nvSpPr>
        <p:spPr>
          <a:xfrm>
            <a:off x="5745187" y="1646858"/>
            <a:ext cx="5632760"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5" name="Google Shape;125;p68"/>
          <p:cNvSpPr txBox="1">
            <a:spLocks noGrp="1"/>
          </p:cNvSpPr>
          <p:nvPr>
            <p:ph type="body" idx="2"/>
          </p:nvPr>
        </p:nvSpPr>
        <p:spPr>
          <a:xfrm>
            <a:off x="5745186" y="4472479"/>
            <a:ext cx="5703731" cy="3139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6" name="Google Shape;126;p68"/>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170150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127"/>
        <p:cNvGrpSpPr/>
        <p:nvPr/>
      </p:nvGrpSpPr>
      <p:grpSpPr>
        <a:xfrm>
          <a:off x="0" y="0"/>
          <a:ext cx="0" cy="0"/>
          <a:chOff x="0" y="0"/>
          <a:chExt cx="0" cy="0"/>
        </a:xfrm>
      </p:grpSpPr>
      <p:sp>
        <p:nvSpPr>
          <p:cNvPr id="128" name="Google Shape;128;p69"/>
          <p:cNvSpPr txBox="1">
            <a:spLocks noGrp="1"/>
          </p:cNvSpPr>
          <p:nvPr>
            <p:ph type="title"/>
          </p:nvPr>
        </p:nvSpPr>
        <p:spPr>
          <a:xfrm>
            <a:off x="2927223" y="2296609"/>
            <a:ext cx="5840594" cy="1481752"/>
          </a:xfrm>
          <a:prstGeom prst="rect">
            <a:avLst/>
          </a:prstGeom>
          <a:noFill/>
          <a:ln>
            <a:noFill/>
          </a:ln>
        </p:spPr>
        <p:txBody>
          <a:bodyPr spcFirstLastPara="1" wrap="square" lIns="91425" tIns="45700" rIns="91425" bIns="45700" anchor="t" anchorCtr="0">
            <a:spAutoFit/>
          </a:bodyPr>
          <a:lstStyle>
            <a:lvl1pPr marR="0" lvl="0" algn="ctr"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9" name="Google Shape;129;p69"/>
          <p:cNvSpPr txBox="1">
            <a:spLocks noGrp="1"/>
          </p:cNvSpPr>
          <p:nvPr>
            <p:ph type="body" idx="1"/>
          </p:nvPr>
        </p:nvSpPr>
        <p:spPr>
          <a:xfrm>
            <a:off x="2927223" y="1805619"/>
            <a:ext cx="5840594" cy="424732"/>
          </a:xfrm>
          <a:prstGeom prst="rect">
            <a:avLst/>
          </a:prstGeom>
          <a:noFill/>
          <a:ln>
            <a:noFill/>
          </a:ln>
        </p:spPr>
        <p:txBody>
          <a:bodyPr spcFirstLastPara="1" wrap="square" lIns="91425" tIns="45700" rIns="91425" bIns="45700" anchor="b" anchorCtr="0">
            <a:spAutoFit/>
          </a:bodyPr>
          <a:lstStyle>
            <a:lvl1pPr marL="457200" marR="0" lvl="0" indent="-228600" algn="ctr"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0" name="Google Shape;130;p69"/>
          <p:cNvSpPr txBox="1">
            <a:spLocks noGrp="1"/>
          </p:cNvSpPr>
          <p:nvPr>
            <p:ph type="body" idx="2"/>
          </p:nvPr>
        </p:nvSpPr>
        <p:spPr>
          <a:xfrm>
            <a:off x="3851276"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ctr"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280256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131"/>
        <p:cNvGrpSpPr/>
        <p:nvPr/>
      </p:nvGrpSpPr>
      <p:grpSpPr>
        <a:xfrm>
          <a:off x="0" y="0"/>
          <a:ext cx="0" cy="0"/>
          <a:chOff x="0" y="0"/>
          <a:chExt cx="0" cy="0"/>
        </a:xfrm>
      </p:grpSpPr>
    </p:spTree>
    <p:extLst>
      <p:ext uri="{BB962C8B-B14F-4D97-AF65-F5344CB8AC3E}">
        <p14:creationId xmlns:p14="http://schemas.microsoft.com/office/powerpoint/2010/main" val="15564864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7413697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88685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8852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014201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8882446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9817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5671442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0439085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00009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 Id="rId17" Type="http://schemas.openxmlformats.org/officeDocument/2006/relationships/image" Target="../media/image2.png"/><Relationship Id="rId18"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theme" Target="../theme/theme2.xml"/><Relationship Id="rId17" Type="http://schemas.openxmlformats.org/officeDocument/2006/relationships/image" Target="../media/image5.png"/><Relationship Id="rId18" Type="http://schemas.openxmlformats.org/officeDocument/2006/relationships/image" Target="../media/image6.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theme" Target="../theme/theme3.xml"/><Relationship Id="rId12" Type="http://schemas.openxmlformats.org/officeDocument/2006/relationships/image" Target="../media/image12.png"/><Relationship Id="rId13" Type="http://schemas.openxmlformats.org/officeDocument/2006/relationships/image" Target="../media/image1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B64488-EE61-7FC8-AE51-CB6EC79AA062}"/>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pic>
        <p:nvPicPr>
          <p:cNvPr id="6" name="Graphic 5">
            <a:extLst>
              <a:ext uri="{FF2B5EF4-FFF2-40B4-BE49-F238E27FC236}">
                <a16:creationId xmlns:a16="http://schemas.microsoft.com/office/drawing/2014/main" id="{243DF548-D85A-65ED-475A-AD2C7CA39313}"/>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247884401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E8EFFF"/>
            </a:gs>
            <a:gs pos="46000">
              <a:schemeClr val="bg1"/>
            </a:gs>
          </a:gsLst>
          <a:lin ang="4800000" scaled="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4108DB-42B7-8EBE-C9A7-99A308C5C5BD}"/>
              </a:ext>
            </a:extLst>
          </p:cNvPr>
          <p:cNvSpPr>
            <a:spLocks noGrp="1"/>
          </p:cNvSpPr>
          <p:nvPr>
            <p:ph type="title"/>
          </p:nvPr>
        </p:nvSpPr>
        <p:spPr>
          <a:xfrm>
            <a:off x="403634" y="314315"/>
            <a:ext cx="10515600" cy="538417"/>
          </a:xfrm>
          <a:prstGeom prst="rect">
            <a:avLst/>
          </a:prstGeom>
          <a:noFill/>
        </p:spPr>
        <p:txBody>
          <a:bodyPr wrap="square" rtlCol="0">
            <a:spAutoFit/>
          </a:bodyPr>
          <a:lstStyle/>
          <a:p>
            <a:pPr marL="0" lvl="0"/>
            <a:r>
              <a:rPr lang="en-US"/>
              <a:t>Click to edit Master title style</a:t>
            </a:r>
          </a:p>
        </p:txBody>
      </p:sp>
      <p:sp>
        <p:nvSpPr>
          <p:cNvPr id="3" name="Text Placeholder 2">
            <a:extLst>
              <a:ext uri="{FF2B5EF4-FFF2-40B4-BE49-F238E27FC236}">
                <a16:creationId xmlns:a16="http://schemas.microsoft.com/office/drawing/2014/main" id="{DD64F788-FBED-DE6D-11B2-5D6E4B264306}"/>
              </a:ext>
            </a:extLst>
          </p:cNvPr>
          <p:cNvSpPr>
            <a:spLocks noGrp="1"/>
          </p:cNvSpPr>
          <p:nvPr>
            <p:ph type="body" idx="1"/>
          </p:nvPr>
        </p:nvSpPr>
        <p:spPr>
          <a:xfrm>
            <a:off x="403634" y="1069384"/>
            <a:ext cx="10515600" cy="46367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EA275132-5D8C-A2B6-0488-7496C93BEA9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9C1B7E23-AA0F-20A1-809E-EE33173A027A}"/>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0F251858-BD51-E792-33CE-20EB4C48BDD4}"/>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7720168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Lst>
  <p:hf hdr="0" ftr="0" dt="0"/>
  <p:txStyles>
    <p:titleStyle>
      <a:lvl1pPr algn="l" defTabSz="914400" rtl="0" eaLnBrk="1" latinLnBrk="0" hangingPunct="1">
        <a:lnSpc>
          <a:spcPct val="90000"/>
        </a:lnSpc>
        <a:spcBef>
          <a:spcPct val="0"/>
        </a:spcBef>
        <a:buNone/>
        <a:defRPr lang="en-US" sz="3200" b="0" kern="1200" dirty="0">
          <a:solidFill>
            <a:schemeClr val="tx1"/>
          </a:solidFill>
          <a:latin typeface="+mj-lt"/>
          <a:ea typeface="+mn-ea"/>
          <a:cs typeface="Archivo Light" pitchFamily="2" charset="77"/>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400" kern="1200">
          <a:solidFill>
            <a:schemeClr val="tx2"/>
          </a:solidFill>
          <a:latin typeface="+mn-lt"/>
          <a:ea typeface="+mn-ea"/>
          <a:cs typeface="Archivo" pitchFamily="2" charset="0"/>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2"/>
          </a:solidFill>
          <a:latin typeface="+mn-lt"/>
          <a:ea typeface="+mn-ea"/>
          <a:cs typeface="Archivo" pitchFamily="2" charset="0"/>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2"/>
          </a:solidFill>
          <a:latin typeface="+mn-lt"/>
          <a:ea typeface="+mn-ea"/>
          <a:cs typeface="Archivo" pitchFamily="2" charset="0"/>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88"/>
        <p:cNvGrpSpPr/>
        <p:nvPr/>
      </p:nvGrpSpPr>
      <p:grpSpPr>
        <a:xfrm>
          <a:off x="0" y="0"/>
          <a:ext cx="0" cy="0"/>
          <a:chOff x="0" y="0"/>
          <a:chExt cx="0" cy="0"/>
        </a:xfrm>
      </p:grpSpPr>
      <p:sp>
        <p:nvSpPr>
          <p:cNvPr id="89" name="Google Shape;89;p45"/>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
        <p:nvSpPr>
          <p:cNvPr id="90" name="Google Shape;90;p45"/>
          <p:cNvSpPr/>
          <p:nvPr/>
        </p:nvSpPr>
        <p:spPr>
          <a:xfrm>
            <a:off x="8869911" y="6576987"/>
            <a:ext cx="149064" cy="1558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pic>
        <p:nvPicPr>
          <p:cNvPr id="91" name="Google Shape;91;p45"/>
          <p:cNvPicPr preferRelativeResize="0"/>
          <p:nvPr/>
        </p:nvPicPr>
        <p:blipFill rotWithShape="1">
          <a:blip r:embed="rId13">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3523973193"/>
      </p:ext>
    </p:extLst>
  </p:cSld>
  <p:clrMap bg1="lt1" tx1="dk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73471611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32" r:id="rId4"/>
    <p:sldLayoutId id="2147483733" r:id="rId5"/>
    <p:sldLayoutId id="2147483734" r:id="rId6"/>
    <p:sldLayoutId id="214748373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6.xml"/></Relationships>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One consistent SDK, adopted feature by feature at each team's own pace</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GOAL</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Why one SDK for every domain, what it speeds up, and who uses it</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Purpose card"/>
          <p:cNvSpPr/>
          <p:nvPr/>
        </p:nvSpPr>
        <p:spPr>
          <a:xfrm>
            <a:off x="457200" y="1463040"/>
            <a:ext cx="3566160" cy="3840480"/>
          </a:xfrm>
          <a:prstGeom prst="roundRect">
            <a:avLst>
              <a:gd name="adj" fmla="val 8000"/>
            </a:avLst>
          </a:prstGeom>
          <a:solidFill>
            <a:srgbClr val="F3F6FF"/>
          </a:solidFill>
          <a:ln w="9525">
            <a:solidFill>
              <a:srgbClr val="D6DDF3"/>
            </a:solidFill>
          </a:ln>
          <a:effectLst/>
        </p:spPr>
        <p:txBody>
          <a:bodyPr rtlCol="0" anchor="ctr"/>
          <a:lstStyle/>
          <a:p/>
        </p:txBody>
      </p:sp>
      <p:sp>
        <p:nvSpPr>
          <p:cNvPr id="69" name="Label"/>
          <p:cNvSpPr txBox="1"/>
          <p:nvPr/>
        </p:nvSpPr>
        <p:spPr>
          <a:xfrm>
            <a:off x="640080" y="1600200"/>
            <a:ext cx="3200400" cy="182880"/>
          </a:xfrm>
          <a:prstGeom prst="rect">
            <a:avLst/>
          </a:prstGeom>
          <a:noFill/>
        </p:spPr>
        <p:txBody>
          <a:bodyPr wrap="square" lIns="0" rIns="0" tIns="0" bIns="0" anchor="t">
            <a:spAutoFit/>
          </a:bodyPr>
          <a:lstStyle/>
          <a:p>
            <a:pPr algn="l"/>
            <a:r>
              <a:rPr sz="900" b="1" i="0" spc="200">
                <a:solidFill>
                  <a:srgbClr val="5069EC"/>
                </a:solidFill>
                <a:latin typeface="Calibri"/>
              </a:rPr>
              <a:t>THE PURPOSE</a:t>
            </a:r>
          </a:p>
        </p:txBody>
      </p:sp>
      <p:sp>
        <p:nvSpPr>
          <p:cNvPr id="70" name="Purpose item"/>
          <p:cNvSpPr txBox="1"/>
          <p:nvPr/>
        </p:nvSpPr>
        <p:spPr>
          <a:xfrm>
            <a:off x="640080" y="1901952"/>
            <a:ext cx="3200400" cy="86868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Architecturally consistent</a:t>
            </a:r>
          </a:p>
          <a:p>
            <a:pPr algn="l"/>
            <a:r>
              <a:rPr sz="1050" b="0" i="0">
                <a:solidFill>
                  <a:srgbClr val="1E293B"/>
                </a:solidFill>
                <a:latin typeface="Calibri"/>
              </a:rPr>
              <a:t>One architecture under every domain: the same canonical objects, handler contract, trace and evaluation, so solutions converge instead of drifting.</a:t>
            </a:r>
          </a:p>
        </p:txBody>
      </p:sp>
      <p:sp>
        <p:nvSpPr>
          <p:cNvPr id="71" name="Purpose item"/>
          <p:cNvSpPr txBox="1"/>
          <p:nvPr/>
        </p:nvSpPr>
        <p:spPr>
          <a:xfrm>
            <a:off x="640080" y="2752344"/>
            <a:ext cx="3200400" cy="86868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Flexible and extensible</a:t>
            </a:r>
          </a:p>
          <a:p>
            <a:pPr algn="l"/>
            <a:r>
              <a:rPr sz="1050" b="0" i="0">
                <a:solidFill>
                  <a:srgbClr val="1E293B"/>
                </a:solidFill>
                <a:latin typeface="Calibri"/>
              </a:rPr>
              <a:t>Import it as a library or run it hosted; extend without changing the core; backends chosen by configuration.</a:t>
            </a:r>
          </a:p>
        </p:txBody>
      </p:sp>
      <p:sp>
        <p:nvSpPr>
          <p:cNvPr id="72" name="Purpose item"/>
          <p:cNvSpPr txBox="1"/>
          <p:nvPr/>
        </p:nvSpPr>
        <p:spPr>
          <a:xfrm>
            <a:off x="640080" y="3602736"/>
            <a:ext cx="3200400" cy="86868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Feature rich for our domains</a:t>
            </a:r>
          </a:p>
          <a:p>
            <a:pPr algn="l"/>
            <a:r>
              <a:rPr sz="1050" b="0" i="0">
                <a:solidFill>
                  <a:srgbClr val="1E293B"/>
                </a:solidFill>
                <a:latin typeface="Calibri"/>
              </a:rPr>
              <a:t>Policy as data, documents to data with provenance, assistants, pipelines and evaluation, built from what mortgage and lending needed.</a:t>
            </a:r>
          </a:p>
        </p:txBody>
      </p:sp>
      <p:sp>
        <p:nvSpPr>
          <p:cNvPr id="73" name="Purpose item"/>
          <p:cNvSpPr txBox="1"/>
          <p:nvPr/>
        </p:nvSpPr>
        <p:spPr>
          <a:xfrm>
            <a:off x="640080" y="4453128"/>
            <a:ext cx="3200400" cy="86868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Adopted at each team's own pace</a:t>
            </a:r>
          </a:p>
          <a:p>
            <a:pPr algn="l"/>
            <a:r>
              <a:rPr sz="1050" b="0" i="0">
                <a:solidFill>
                  <a:srgbClr val="1E293B"/>
                </a:solidFill>
                <a:latin typeface="Calibri"/>
              </a:rPr>
              <a:t>Pick individual features and keep your own code for the rest; when ready, take more, and build new work on the SDK so it feeds back in.</a:t>
            </a:r>
          </a:p>
        </p:txBody>
      </p:sp>
      <p:sp>
        <p:nvSpPr>
          <p:cNvPr id="74" name="Label"/>
          <p:cNvSpPr txBox="1"/>
          <p:nvPr/>
        </p:nvSpPr>
        <p:spPr>
          <a:xfrm>
            <a:off x="4297680" y="1481328"/>
            <a:ext cx="7315200" cy="182880"/>
          </a:xfrm>
          <a:prstGeom prst="rect">
            <a:avLst/>
          </a:prstGeom>
          <a:noFill/>
        </p:spPr>
        <p:txBody>
          <a:bodyPr wrap="square" lIns="0" rIns="0" tIns="0" bIns="0" anchor="t">
            <a:spAutoFit/>
          </a:bodyPr>
          <a:lstStyle/>
          <a:p>
            <a:pPr algn="l"/>
            <a:r>
              <a:rPr sz="900" b="1" i="0" spc="200">
                <a:solidFill>
                  <a:srgbClr val="5069EC"/>
                </a:solidFill>
                <a:latin typeface="Calibri"/>
              </a:rPr>
              <a:t>WHAT IT ENABLES, AND FOR WHOM</a:t>
            </a:r>
          </a:p>
        </p:txBody>
      </p:sp>
      <p:sp>
        <p:nvSpPr>
          <p:cNvPr id="75" name="Who card"/>
          <p:cNvSpPr/>
          <p:nvPr/>
        </p:nvSpPr>
        <p:spPr>
          <a:xfrm>
            <a:off x="4297680" y="1737360"/>
            <a:ext cx="2404872" cy="3566160"/>
          </a:xfrm>
          <a:prstGeom prst="roundRect">
            <a:avLst>
              <a:gd name="adj" fmla="val 8000"/>
            </a:avLst>
          </a:prstGeom>
          <a:solidFill>
            <a:srgbClr val="FFFFFF"/>
          </a:solidFill>
          <a:ln w="9525">
            <a:solidFill>
              <a:srgbClr val="D6DDF3"/>
            </a:solidFill>
          </a:ln>
          <a:effectLst/>
        </p:spPr>
        <p:txBody>
          <a:bodyPr rtlCol="0" anchor="ctr"/>
          <a:lstStyle/>
          <a:p/>
        </p:txBody>
      </p:sp>
      <p:sp>
        <p:nvSpPr>
          <p:cNvPr id="76" name="Icon circle"/>
          <p:cNvSpPr/>
          <p:nvPr/>
        </p:nvSpPr>
        <p:spPr>
          <a:xfrm>
            <a:off x="4434840"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77" name="Label"/>
          <p:cNvSpPr txBox="1"/>
          <p:nvPr/>
        </p:nvSpPr>
        <p:spPr>
          <a:xfrm>
            <a:off x="4800600"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PRODUCT ENGINEERING TEAMS</a:t>
            </a:r>
          </a:p>
        </p:txBody>
      </p:sp>
      <p:sp>
        <p:nvSpPr>
          <p:cNvPr id="78" name="Heading"/>
          <p:cNvSpPr txBox="1"/>
          <p:nvPr/>
        </p:nvSpPr>
        <p:spPr>
          <a:xfrm>
            <a:off x="4434840"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Build inside the service they already own</a:t>
            </a:r>
          </a:p>
        </p:txBody>
      </p:sp>
      <p:sp>
        <p:nvSpPr>
          <p:cNvPr id="79" name="Body"/>
          <p:cNvSpPr txBox="1"/>
          <p:nvPr/>
        </p:nvSpPr>
        <p:spPr>
          <a:xfrm>
            <a:off x="4434840" y="2926080"/>
            <a:ext cx="2148840" cy="1234440"/>
          </a:xfrm>
          <a:prstGeom prst="rect">
            <a:avLst/>
          </a:prstGeom>
          <a:noFill/>
        </p:spPr>
        <p:txBody>
          <a:bodyPr wrap="square" lIns="0" rIns="0" tIns="0" bIns="0" anchor="t">
            <a:spAutoFit/>
          </a:bodyPr>
          <a:lstStyle/>
          <a:p>
            <a:pPr algn="l"/>
            <a:r>
              <a:rPr sz="1100" b="0" i="0">
                <a:solidFill>
                  <a:srgbClr val="1E293B"/>
                </a:solidFill>
                <a:latin typeface="Calibri"/>
              </a:rPr>
              <a:t>Import one library and keep the app shell, storage, auth and lifecycle. The SDK provides, the team owns.</a:t>
            </a:r>
          </a:p>
        </p:txBody>
      </p:sp>
      <p:sp>
        <p:nvSpPr>
          <p:cNvPr id="80" name="Example box"/>
          <p:cNvSpPr/>
          <p:nvPr/>
        </p:nvSpPr>
        <p:spPr>
          <a:xfrm>
            <a:off x="4389120" y="4206240"/>
            <a:ext cx="2221992" cy="1005840"/>
          </a:xfrm>
          <a:prstGeom prst="roundRect">
            <a:avLst>
              <a:gd name="adj" fmla="val 8000"/>
            </a:avLst>
          </a:prstGeom>
          <a:solidFill>
            <a:srgbClr val="E6F8F4"/>
          </a:solidFill>
          <a:ln w="9525">
            <a:solidFill>
              <a:srgbClr val="9FE3D6"/>
            </a:solidFill>
          </a:ln>
          <a:effectLst/>
        </p:spPr>
        <p:txBody>
          <a:bodyPr rtlCol="0" anchor="ctr"/>
          <a:lstStyle/>
          <a:p/>
        </p:txBody>
      </p:sp>
      <p:sp>
        <p:nvSpPr>
          <p:cNvPr id="81" name="Example"/>
          <p:cNvSpPr txBox="1"/>
          <p:nvPr/>
        </p:nvSpPr>
        <p:spPr>
          <a:xfrm>
            <a:off x="4480560" y="4251960"/>
            <a:ext cx="2057400" cy="9144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Jazz Assistant: about 3,900 lines of product code on the InteractiveAgent; the SDK is the rest</a:t>
            </a:r>
          </a:p>
        </p:txBody>
      </p:sp>
      <p:sp>
        <p:nvSpPr>
          <p:cNvPr id="82" name="Who card"/>
          <p:cNvSpPr/>
          <p:nvPr/>
        </p:nvSpPr>
        <p:spPr>
          <a:xfrm>
            <a:off x="6839712" y="1737360"/>
            <a:ext cx="2404872" cy="3566160"/>
          </a:xfrm>
          <a:prstGeom prst="roundRect">
            <a:avLst>
              <a:gd name="adj" fmla="val 8000"/>
            </a:avLst>
          </a:prstGeom>
          <a:solidFill>
            <a:srgbClr val="FFFFFF"/>
          </a:solidFill>
          <a:ln w="9525">
            <a:solidFill>
              <a:srgbClr val="D6DDF3"/>
            </a:solidFill>
          </a:ln>
          <a:effectLst/>
        </p:spPr>
        <p:txBody>
          <a:bodyPr rtlCol="0" anchor="ctr"/>
          <a:lstStyle/>
          <a:p/>
        </p:txBody>
      </p:sp>
      <p:sp>
        <p:nvSpPr>
          <p:cNvPr id="83" name="Icon circle"/>
          <p:cNvSpPr/>
          <p:nvPr/>
        </p:nvSpPr>
        <p:spPr>
          <a:xfrm>
            <a:off x="6976872"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84" name="Label"/>
          <p:cNvSpPr txBox="1"/>
          <p:nvPr/>
        </p:nvSpPr>
        <p:spPr>
          <a:xfrm>
            <a:off x="7342632"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SOLUTION ENGINEERS</a:t>
            </a:r>
          </a:p>
        </p:txBody>
      </p:sp>
      <p:sp>
        <p:nvSpPr>
          <p:cNvPr id="85" name="Heading"/>
          <p:cNvSpPr txBox="1"/>
          <p:nvPr/>
        </p:nvSpPr>
        <p:spPr>
          <a:xfrm>
            <a:off x="6976872"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Stand up a domain as a pack, not a service</a:t>
            </a:r>
          </a:p>
        </p:txBody>
      </p:sp>
      <p:sp>
        <p:nvSpPr>
          <p:cNvPr id="86" name="Body"/>
          <p:cNvSpPr txBox="1"/>
          <p:nvPr/>
        </p:nvSpPr>
        <p:spPr>
          <a:xfrm>
            <a:off x="6976872" y="2926080"/>
            <a:ext cx="2148840" cy="1234440"/>
          </a:xfrm>
          <a:prstGeom prst="rect">
            <a:avLst/>
          </a:prstGeom>
          <a:noFill/>
        </p:spPr>
        <p:txBody>
          <a:bodyPr wrap="square" lIns="0" rIns="0" tIns="0" bIns="0" anchor="t">
            <a:spAutoFit/>
          </a:bodyPr>
          <a:lstStyle/>
          <a:p>
            <a:pPr algn="l"/>
            <a:r>
              <a:rPr sz="1100" b="0" i="0">
                <a:solidFill>
                  <a:srgbClr val="1E293B"/>
                </a:solidFill>
                <a:latin typeface="Calibri"/>
              </a:rPr>
              <a:t>Policies, profiles and the workflow authored as data, checked, published and activated on Plato. No deploy.</a:t>
            </a:r>
          </a:p>
        </p:txBody>
      </p:sp>
      <p:sp>
        <p:nvSpPr>
          <p:cNvPr id="87" name="Example box"/>
          <p:cNvSpPr/>
          <p:nvPr/>
        </p:nvSpPr>
        <p:spPr>
          <a:xfrm>
            <a:off x="6931152" y="4206240"/>
            <a:ext cx="2221992" cy="1005840"/>
          </a:xfrm>
          <a:prstGeom prst="roundRect">
            <a:avLst>
              <a:gd name="adj" fmla="val 8000"/>
            </a:avLst>
          </a:prstGeom>
          <a:solidFill>
            <a:srgbClr val="E6F8F4"/>
          </a:solidFill>
          <a:ln w="9525">
            <a:solidFill>
              <a:srgbClr val="9FE3D6"/>
            </a:solidFill>
          </a:ln>
          <a:effectLst/>
        </p:spPr>
        <p:txBody>
          <a:bodyPr rtlCol="0" anchor="ctr"/>
          <a:lstStyle/>
          <a:p/>
        </p:txBody>
      </p:sp>
      <p:sp>
        <p:nvSpPr>
          <p:cNvPr id="88" name="Example"/>
          <p:cNvSpPr txBox="1"/>
          <p:nvPr/>
        </p:nvSpPr>
        <p:spPr>
          <a:xfrm>
            <a:off x="7022592" y="4251960"/>
            <a:ext cx="2057400" cy="9144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Acra DSCR programs: three policy files, one profile, no Python</a:t>
            </a:r>
          </a:p>
        </p:txBody>
      </p:sp>
      <p:sp>
        <p:nvSpPr>
          <p:cNvPr id="89" name="Who card"/>
          <p:cNvSpPr/>
          <p:nvPr/>
        </p:nvSpPr>
        <p:spPr>
          <a:xfrm>
            <a:off x="9381744" y="1737360"/>
            <a:ext cx="2404872" cy="3566160"/>
          </a:xfrm>
          <a:prstGeom prst="roundRect">
            <a:avLst>
              <a:gd name="adj" fmla="val 8000"/>
            </a:avLst>
          </a:prstGeom>
          <a:solidFill>
            <a:srgbClr val="FFFFFF"/>
          </a:solidFill>
          <a:ln w="9525">
            <a:solidFill>
              <a:srgbClr val="D6DDF3"/>
            </a:solidFill>
          </a:ln>
          <a:effectLst/>
        </p:spPr>
        <p:txBody>
          <a:bodyPr rtlCol="0" anchor="ctr"/>
          <a:lstStyle/>
          <a:p/>
        </p:txBody>
      </p:sp>
      <p:sp>
        <p:nvSpPr>
          <p:cNvPr id="90" name="Icon circle"/>
          <p:cNvSpPr/>
          <p:nvPr/>
        </p:nvSpPr>
        <p:spPr>
          <a:xfrm>
            <a:off x="9518904"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91" name="Label"/>
          <p:cNvSpPr txBox="1"/>
          <p:nvPr/>
        </p:nvSpPr>
        <p:spPr>
          <a:xfrm>
            <a:off x="9884664"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PLATFORM, EVAL AND SME TEAMS</a:t>
            </a:r>
          </a:p>
        </p:txBody>
      </p:sp>
      <p:sp>
        <p:nvSpPr>
          <p:cNvPr id="92" name="Heading"/>
          <p:cNvSpPr txBox="1"/>
          <p:nvPr/>
        </p:nvSpPr>
        <p:spPr>
          <a:xfrm>
            <a:off x="9518904"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Measure and improve on one record</a:t>
            </a:r>
          </a:p>
        </p:txBody>
      </p:sp>
      <p:sp>
        <p:nvSpPr>
          <p:cNvPr id="93" name="Body"/>
          <p:cNvSpPr txBox="1"/>
          <p:nvPr/>
        </p:nvSpPr>
        <p:spPr>
          <a:xfrm>
            <a:off x="9518904" y="2926080"/>
            <a:ext cx="2148840" cy="1234440"/>
          </a:xfrm>
          <a:prstGeom prst="rect">
            <a:avLst/>
          </a:prstGeom>
          <a:noFill/>
        </p:spPr>
        <p:txBody>
          <a:bodyPr wrap="square" lIns="0" rIns="0" tIns="0" bIns="0" anchor="t">
            <a:spAutoFit/>
          </a:bodyPr>
          <a:lstStyle/>
          <a:p>
            <a:pPr algn="l"/>
            <a:r>
              <a:rPr sz="1100" b="0" i="0">
                <a:solidFill>
                  <a:srgbClr val="1E293B"/>
                </a:solidFill>
                <a:latin typeface="Calibri"/>
              </a:rPr>
              <a:t>One governed trace per run, feedback that becomes gold cases, experiments measured against a baseline.</a:t>
            </a:r>
          </a:p>
        </p:txBody>
      </p:sp>
      <p:sp>
        <p:nvSpPr>
          <p:cNvPr id="94" name="Example box"/>
          <p:cNvSpPr/>
          <p:nvPr/>
        </p:nvSpPr>
        <p:spPr>
          <a:xfrm>
            <a:off x="9473184" y="4206240"/>
            <a:ext cx="2221992" cy="1005840"/>
          </a:xfrm>
          <a:prstGeom prst="roundRect">
            <a:avLst>
              <a:gd name="adj" fmla="val 8000"/>
            </a:avLst>
          </a:prstGeom>
          <a:solidFill>
            <a:srgbClr val="E6F8F4"/>
          </a:solidFill>
          <a:ln w="9525">
            <a:solidFill>
              <a:srgbClr val="9FE3D6"/>
            </a:solidFill>
          </a:ln>
          <a:effectLst/>
        </p:spPr>
        <p:txBody>
          <a:bodyPr rtlCol="0" anchor="ctr"/>
          <a:lstStyle/>
          <a:p/>
        </p:txBody>
      </p:sp>
      <p:sp>
        <p:nvSpPr>
          <p:cNvPr id="95" name="Example"/>
          <p:cNvSpPr txBox="1"/>
          <p:nvPr/>
        </p:nvSpPr>
        <p:spPr>
          <a:xfrm>
            <a:off x="9564624" y="4251960"/>
            <a:ext cx="2057400" cy="9144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eval-service and the SDK share one contracts package</a:t>
            </a:r>
          </a:p>
        </p:txBody>
      </p:sp>
      <p:sp>
        <p:nvSpPr>
          <p:cNvPr id="96" name="Band"/>
          <p:cNvSpPr/>
          <p:nvPr/>
        </p:nvSpPr>
        <p:spPr>
          <a:xfrm>
            <a:off x="457200" y="5440680"/>
            <a:ext cx="11274552" cy="850392"/>
          </a:xfrm>
          <a:prstGeom prst="roundRect">
            <a:avLst>
              <a:gd name="adj" fmla="val 8000"/>
            </a:avLst>
          </a:prstGeom>
          <a:solidFill>
            <a:srgbClr val="1B0065"/>
          </a:solidFill>
          <a:ln w="9525">
            <a:solidFill>
              <a:srgbClr val="1B0065"/>
            </a:solidFill>
          </a:ln>
          <a:effectLst/>
        </p:spPr>
        <p:txBody>
          <a:bodyPr rtlCol="0" anchor="ctr"/>
          <a:lstStyle/>
          <a:p/>
        </p:txBody>
      </p:sp>
      <p:sp>
        <p:nvSpPr>
          <p:cNvPr id="97" name="Band text"/>
          <p:cNvSpPr txBox="1"/>
          <p:nvPr/>
        </p:nvSpPr>
        <p:spPr>
          <a:xfrm>
            <a:off x="685800" y="5440680"/>
            <a:ext cx="10881360" cy="850392"/>
          </a:xfrm>
          <a:prstGeom prst="rect">
            <a:avLst/>
          </a:prstGeom>
          <a:noFill/>
        </p:spPr>
        <p:txBody>
          <a:bodyPr wrap="square" lIns="0" rIns="0" tIns="0" bIns="0" anchor="ctr">
            <a:spAutoFit/>
          </a:bodyPr>
          <a:lstStyle/>
          <a:p>
            <a:pPr algn="l">
              <a:spcAft>
                <a:spcPts val="300"/>
              </a:spcAft>
            </a:pPr>
            <a:r>
              <a:rPr sz="1000" b="1" i="0" spc="150">
                <a:solidFill>
                  <a:srgbClr val="03CBA9"/>
                </a:solidFill>
                <a:latin typeface="Calibri"/>
              </a:rPr>
              <a:t>TWO NEW NAMES   </a:t>
            </a:r>
            <a:r>
              <a:rPr sz="1000" b="0" i="0">
                <a:solidFill>
                  <a:srgbClr val="FFFFFF"/>
                </a:solidFill>
                <a:latin typeface="Calibri"/>
              </a:rPr>
              <a:t>Plato is Platform v2: the SDK run as a hosted, multi-tenant service; one container takes a pack and serves it. PlatoClient (jazzx-plato-client) is a client package with no SDK dependency, so a consumer talks to Plato without ever holding the SDK.</a:t>
            </a:r>
          </a:p>
          <a:p>
            <a:pPr algn="l"/>
            <a:r>
              <a:rPr sz="1000" b="1" i="0" spc="150">
                <a:solidFill>
                  <a:srgbClr val="03CBA9"/>
                </a:solidFill>
                <a:latin typeface="Calibri"/>
              </a:rPr>
              <a:t>WHAT IT ACCELERATES   </a:t>
            </a:r>
            <a:r>
              <a:rPr sz="1000" b="0" i="0">
                <a:solidFill>
                  <a:srgbClr val="FFFFFF"/>
                </a:solidFill>
                <a:latin typeface="Calibri"/>
              </a:rPr>
              <a:t>The framework half of a new app: a mortgage assistant on the SDK went from first commit to dev/test in about six weeks; the policy half of a new lending program is configuration. The domain half is still written by people who have it.</a:t>
            </a:r>
          </a:p>
        </p:txBody>
      </p:sp>
    </p:spTree>
  </p:cSld>
  <p:clrMapOvr>
    <a:masterClrMapping/>
  </p:clrMapOvr>
</p:sld>
</file>

<file path=ppt/theme/theme1.xml><?xml version="1.0" encoding="utf-8"?>
<a:theme xmlns:a="http://schemas.openxmlformats.org/drawingml/2006/main" name="1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 id="{884C9180-7B03-E34B-BF8C-EEF0D8FC59A2}" vid="{72DBCEB5-37CA-304F-A3DB-D82958169607}"/>
    </a:ext>
  </a:extLst>
</a:theme>
</file>

<file path=ppt/theme/theme2.xml><?xml version="1.0" encoding="utf-8"?>
<a:theme xmlns:a="http://schemas.openxmlformats.org/drawingml/2006/main" name="2_JazzX Light Theme">
  <a:themeElements>
    <a:clrScheme name="Custom 1">
      <a:dk1>
        <a:srgbClr val="5069EC"/>
      </a:dk1>
      <a:lt1>
        <a:sysClr val="window" lastClr="FFFFFF"/>
      </a:lt1>
      <a:dk2>
        <a:srgbClr val="030066"/>
      </a:dk2>
      <a:lt2>
        <a:srgbClr val="02B3F7"/>
      </a:lt2>
      <a:accent1>
        <a:srgbClr val="FF5329"/>
      </a:accent1>
      <a:accent2>
        <a:srgbClr val="05AA87"/>
      </a:accent2>
      <a:accent3>
        <a:srgbClr val="2169FF"/>
      </a:accent3>
      <a:accent4>
        <a:srgbClr val="8E5BFF"/>
      </a:accent4>
      <a:accent5>
        <a:srgbClr val="E0E7FD"/>
      </a:accent5>
      <a:accent6>
        <a:srgbClr val="CED0FF"/>
      </a:accent6>
      <a:hlink>
        <a:srgbClr val="5069EC"/>
      </a:hlink>
      <a:folHlink>
        <a:srgbClr val="0F238E"/>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Open to Make a Copy)" id="{CF01AEC2-AA0F-8644-B70B-602983D3E732}" vid="{8C2083D6-B4C6-C245-B938-113608756AE0}"/>
    </a:ext>
  </a:extLst>
</a:theme>
</file>

<file path=ppt/theme/theme3.xml><?xml version="1.0" encoding="utf-8"?>
<a:theme xmlns:a="http://schemas.openxmlformats.org/drawingml/2006/main" name="3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99B822E-9C5B-4C31-8E1D-C822F9998463}">
  <we:reference id="WA200010001" version="1.0.0.1" store="Omex" storeType="OMEX"/>
  <we:alternateReferences>
    <we:reference id="WA200010001" version="1.0.0.1" store="WA200010001" storeType="OMEX"/>
  </we:alternateReferences>
  <we:properties>
    <we:property name="claude.fileId" value="&quot;c0afc9af-7bc3-4993-b644-db9ef76abd1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0d9fbd82-3977-42cb-a27b-92ba60b278b8">Draft</Status>
    <lcf76f155ced4ddcb4097134ff3c332f xmlns="0d9fbd82-3977-42cb-a27b-92ba60b278b8">
      <Terms xmlns="http://schemas.microsoft.com/office/infopath/2007/PartnerControls"/>
    </lcf76f155ced4ddcb4097134ff3c332f>
    <Usefulnessforduediligence xmlns="0d9fbd82-3977-42cb-a27b-92ba60b278b8" xsi:nil="true"/>
    <TaxCatchAll xmlns="7ad23321-c5db-46c7-895a-4aa935785ff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AB99EB85D9B9B4A82583D0B053AA6BF" ma:contentTypeVersion="18" ma:contentTypeDescription="Create a new document." ma:contentTypeScope="" ma:versionID="d5c757a11cbbe6d30755719130aaeeb1">
  <xsd:schema xmlns:xsd="http://www.w3.org/2001/XMLSchema" xmlns:xs="http://www.w3.org/2001/XMLSchema" xmlns:p="http://schemas.microsoft.com/office/2006/metadata/properties" xmlns:ns2="0d9fbd82-3977-42cb-a27b-92ba60b278b8" xmlns:ns3="7ad23321-c5db-46c7-895a-4aa935785ffe" targetNamespace="http://schemas.microsoft.com/office/2006/metadata/properties" ma:root="true" ma:fieldsID="eebb97f6c8ac8eedac67c14ff5818b95" ns2:_="" ns3:_="">
    <xsd:import namespace="0d9fbd82-3977-42cb-a27b-92ba60b278b8"/>
    <xsd:import namespace="7ad23321-c5db-46c7-895a-4aa935785f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Usefulnessforduediligence" minOccurs="0"/>
                <xsd:element ref="ns2:MediaServiceLocation"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9fbd82-3977-42cb-a27b-92ba60b27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6440cdf-29eb-49cd-afa0-d6d3ff089c7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Usefulnessforduediligence" ma:index="22" nillable="true" ma:displayName="Usefulness for due diligence " ma:description="Emperical assessment " ma:format="Dropdown" ma:internalName="Usefulnessforduediligence">
      <xsd:simpleType>
        <xsd:restriction base="dms:Text">
          <xsd:maxLength value="255"/>
        </xsd:restriction>
      </xsd:simple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Status" ma:index="25" nillable="true" ma:displayName="Status" ma:default="Draft" ma:format="Dropdown" ma:internalName="Status">
      <xsd:simpleType>
        <xsd:restriction base="dms:Choice">
          <xsd:enumeration value="Draft"/>
          <xsd:enumeration value="Final"/>
        </xsd:restriction>
      </xsd:simpleType>
    </xsd:element>
  </xsd:schema>
  <xsd:schema xmlns:xsd="http://www.w3.org/2001/XMLSchema" xmlns:xs="http://www.w3.org/2001/XMLSchema" xmlns:dms="http://schemas.microsoft.com/office/2006/documentManagement/types" xmlns:pc="http://schemas.microsoft.com/office/infopath/2007/PartnerControls" targetNamespace="7ad23321-c5db-46c7-895a-4aa935785ff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d3af4a4-d25b-4467-bd24-93d4d05b0b94}" ma:internalName="TaxCatchAll" ma:showField="CatchAllData" ma:web="7ad23321-c5db-46c7-895a-4aa935785f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F2CA93-E4A7-4814-A676-8D50CAA991D5}">
  <ds:schemaRefs>
    <ds:schemaRef ds:uri="http://schemas.microsoft.com/sharepoint/v3/contenttype/forms"/>
  </ds:schemaRefs>
</ds:datastoreItem>
</file>

<file path=customXml/itemProps2.xml><?xml version="1.0" encoding="utf-8"?>
<ds:datastoreItem xmlns:ds="http://schemas.openxmlformats.org/officeDocument/2006/customXml" ds:itemID="{363290D1-1CCC-4A71-8C6E-D7A258CDA8C2}">
  <ds:schemaRefs>
    <ds:schemaRef ds:uri="http://purl.org/dc/dcmitype/"/>
    <ds:schemaRef ds:uri="http://schemas.microsoft.com/office/infopath/2007/PartnerControls"/>
    <ds:schemaRef ds:uri="7ad23321-c5db-46c7-895a-4aa935785ffe"/>
    <ds:schemaRef ds:uri="http://schemas.microsoft.com/office/2006/documentManagement/types"/>
    <ds:schemaRef ds:uri="http://purl.org/dc/elements/1.1/"/>
    <ds:schemaRef ds:uri="0d9fbd82-3977-42cb-a27b-92ba60b278b8"/>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C5F32242-1939-4646-A88C-BBB2AECA5748}">
  <ds:schemaRefs>
    <ds:schemaRef ds:uri="0d9fbd82-3977-42cb-a27b-92ba60b278b8"/>
    <ds:schemaRef ds:uri="7ad23321-c5db-46c7-895a-4aa935785f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9892463-2b84-463c-b829-a336ebb06f54}" enabled="0" method="" siteId="{69892463-2b84-463c-b829-a336ebb06f54}" removed="1"/>
</clbl:labelList>
</file>

<file path=docProps/app.xml><?xml version="1.0" encoding="utf-8"?>
<Properties xmlns="http://schemas.openxmlformats.org/officeDocument/2006/extended-properties" xmlns:vt="http://schemas.openxmlformats.org/officeDocument/2006/docPropsVTypes">
  <TotalTime>0</TotalTime>
  <Words>12388</Words>
  <Application>Microsoft Macintosh PowerPoint</Application>
  <PresentationFormat>Widescreen</PresentationFormat>
  <Paragraphs>1101</Paragraphs>
  <Slides>38</Slides>
  <Notes>35</Notes>
  <HiddenSlides>0</HiddenSlides>
  <MMClips>1</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38</vt:i4>
      </vt:variant>
    </vt:vector>
  </HeadingPairs>
  <TitlesOfParts>
    <vt:vector size="51" baseType="lpstr">
      <vt:lpstr>Aptos</vt:lpstr>
      <vt:lpstr>Aptos SemiBold</vt:lpstr>
      <vt:lpstr>Arial</vt:lpstr>
      <vt:lpstr>Calibri</vt:lpstr>
      <vt:lpstr>Outfit</vt:lpstr>
      <vt:lpstr>Roboto</vt:lpstr>
      <vt:lpstr>Roboto Black</vt:lpstr>
      <vt:lpstr>Segoe UI</vt:lpstr>
      <vt:lpstr>Trebuchet MS</vt:lpstr>
      <vt:lpstr>1_JazzX Dark Theme</vt:lpstr>
      <vt:lpstr>2_JazzX Light Theme</vt:lpstr>
      <vt:lpstr>3_JazzX Dark Theme</vt:lpstr>
      <vt:lpstr>Office Theme</vt:lpstr>
      <vt:lpstr>PowerPoint Presentation</vt:lpstr>
      <vt:lpstr>PowerPoint Presentation</vt:lpstr>
      <vt:lpstr>PowerPoint Presentation</vt:lpstr>
      <vt:lpstr>Proposed Content </vt:lpstr>
      <vt:lpstr>PowerPoint Presentation</vt:lpstr>
      <vt:lpstr>Proposed Content </vt:lpstr>
      <vt:lpstr>SRM use cases range from instant answers to 2–3x cheaper income calculation</vt:lpstr>
      <vt:lpstr>Training effort grows with difficulty, from distillation to SFT plus RLVR</vt:lpstr>
      <vt:lpstr>Fireworks has the lowest published rates to train and serve all three Qwen models</vt:lpstr>
      <vt:lpstr>Underwriter feedback in the Mortgage App trains all three models</vt:lpstr>
      <vt:lpstr>Seven people label 1,000 loans in 11 months, with a go/no-go at month 3</vt:lpstr>
      <vt:lpstr>PowerPoint Presentation</vt:lpstr>
      <vt:lpstr>PowerPoint Presentation</vt:lpstr>
      <vt:lpstr>Agents, processes and reasoners improve from feedback, without retraining</vt:lpstr>
      <vt:lpstr>Lenders teach Jazz their own way of working, one approved correction at a time</vt:lpstr>
      <vt:lpstr>Demo: one approved correction fixes the answer for every underwriter</vt:lpstr>
      <vt:lpstr>Feedback becomes vetted lessons, and evaluation checks their effect</vt:lpstr>
      <vt:lpstr>Feedback is structured once, then retrieved whenever a similar request arrives</vt:lpstr>
      <vt:lpstr>Every learned change is evaluated before it ships, in any component</vt:lpstr>
      <vt:lpstr>Ongoing work makes every lesson relevant, provable and reusable</vt:lpstr>
      <vt:lpstr>PowerPoint Presentation</vt:lpstr>
      <vt:lpstr>In context learning learns from what people say; ROSI learns from what happens</vt:lpstr>
      <vt:lpstr>ROSI targets the costly problems repeating across loan files</vt:lpstr>
      <vt:lpstr>Lenders stop paying for the same mistakes, and every fix arrives with proof</vt:lpstr>
      <vt:lpstr>A governed loop turns recorded outcomes into tested, approved changes</vt:lpstr>
      <vt:lpstr>Every service joins the loop through the SDK, and SMEs decide what changes</vt:lpstr>
      <vt:lpstr>PowerPoint Presentation</vt:lpstr>
      <vt:lpstr>PowerPoint Presentation</vt:lpstr>
      <vt:lpstr>Demo Video</vt:lpstr>
      <vt:lpstr>PowerPoint Presentation</vt:lpstr>
      <vt:lpstr>Acra will judge the AI on its own loans before any production commitment</vt:lpstr>
      <vt:lpstr>Ground truth and Reasoner testing run in parallel with the build</vt:lpstr>
      <vt:lpstr>Benchmarks started: ~3 loan packages underwritten</vt:lpstr>
      <vt:lpstr>Showcase the demo UI to the Acra team</vt:lpstr>
      <vt:lpstr>Four milestones, each with an exit gate</vt:lpstr>
      <vt:lpstr>Independent ground truth makes the proof credible</vt:lpstr>
      <vt:lpstr>Expectations on both sides, and the risks to manage</vt:lpstr>
      <vt:lpstr>Appendix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JazzX v2.0 Platform Roadmap — Mortgage + AML Synthesis</dc:title>
  <dc:subject>PptxGenJS Presentation</dc:subject>
  <dc:creator>Kunal Patel</dc:creator>
  <cp:lastModifiedBy>Virendra Mehta</cp:lastModifiedBy>
  <cp:revision>2</cp:revision>
  <dcterms:created xsi:type="dcterms:W3CDTF">2026-05-07T19:14:50Z</dcterms:created>
  <dcterms:modified xsi:type="dcterms:W3CDTF">2026-10-13T01:30:30Z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0x0101001AB99EB85D9B9B4A82583D0B053AA6BF</vt:lpwstr>
  </property>
  <property fmtid="{D5CDD505-2E9C-101B-9397-08002B2CF9AE}" pid="3" name="MediaServiceImageTags">
    <vt:lpwstr/>
  </property>
</Properties>
</file>