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 sites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48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finance</c:v>
                  </c:pt>
                  <c:pt idx="1">
                    <c:v>canonical.evidence</c:v>
                  </c:pt>
                  <c:pt idx="2">
                    <c:v>tools</c:v>
                  </c:pt>
                  <c:pt idx="3">
                    <c:v>canonical.values</c:v>
                  </c:pt>
                  <c:pt idx="4">
                    <c:v>conductor</c:v>
                  </c:pt>
                  <c:pt idx="5">
                    <c:v>canonical.refusal</c:v>
                  </c:pt>
                  <c:pt idx="6">
                    <c:v>expressions</c:v>
                  </c:pt>
                  <c:pt idx="7">
                    <c:v>evaluation.feedback</c:v>
                  </c:pt>
                  <c:pt idx="8">
                    <c:v>agents.service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11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7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48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9D2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Status, roadmap and the capability/scenario split are in the companion discussion note — not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Status, roadmap and the capability/scenario split are in the companion discussion note — not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77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VP-2 · FINANCIAL SPREADING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27432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customer's own spread,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produced by the platform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companion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see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Package arrives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C&amp;I loan file — five statements at four assurance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document list, classified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Documents normalise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Ingest, convert, classify; each artifact becomes a content-addressed SourceFile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types and 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Spread produced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located deterministically, structured once, emitted as a governed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spread, filling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Validation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detectors across six severities, including the four arithmetic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with severity and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Their workbook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bank's own layout, provenance on every cell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export + review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touches the pipeline between step 1 and step 5. The human work happened once, at onboarding.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moments. Only two involve a human.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5394960"/>
                <a:gridCol w="20116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 over the spread workbook they already use, plus one sample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FDE +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workbook is parsed into an output template; the FDE reviews and publishes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skills for what the template cannot 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then as cases surface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agent → fill agent → validation → governed workbook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4846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 is an institution's opinion about which lines matter. Two banks reading the same filing produce different spreads, and both are right — so the template is a contract, not a layout.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ONLY THE WORKBOOK COULD TELL 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— Regional Bank (C&amp;I)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55778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 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Gross Profit − SG&amp;A − Rent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house metric. Never touches operating income, D&amp;A or interest — and subtracts rent. Their covenants reference 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EBITDAR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Adj. EBITDA + Rent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name as the pack's existing metric, different lineage, different number. Binding it there is a silent wrong answer.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Sept 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FY22 − PY 9/22 + CY 9/23   (flow)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CY 9/23                    (stock)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rules, by line semantics. 61,443 − 44,326 + 57,581 = 74,698 — matches their cell exactly.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SG&amp;A, PY 9/22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10853-1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hardcoded plug an analyst typed into a data cell. We record it as a defect rather than reproduce 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76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1,000  (every period)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assumption, not a measurement. Must render as an assumption with an editable value and a rationale.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rows in this workbook are labelled “Margin” — which is why every binding resolves by key, never by label.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THE CUSTOMER WROTE IN PROSE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— Mesa Verde (CRE multifamily)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T-12 operating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Gross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5,453,000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&amp;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7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Operating Expenses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1,784,200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 (pre-flag)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3,535,800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(pre-flag)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772400" y="16916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“Insurance and Property Tax pending analyst confirmation. Post-flag NOI/DSCR locks once cleared.”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772400" y="2651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19 of their sheet, verbatim.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0" y="306324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moves +38% while total opex moves +6.2%. The figure is held, the letter of explanation is bound to the cell as evidence, and NOI and DSCR stay pre-flag until a human clears them.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of rows and formats can express that. It is a skill — and it becomes a gate, promoted by a person, with the actor recorded.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segment, one-fifth the size, whole dollars instead of thousands — the same mechanism.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VP-2 ON THE PLATFORM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is an SDK primitive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0116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intake.ingest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agents.document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intake.classify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agents.document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spread.spread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finance · tools.documents.extraction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spread.metrics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MetricResult[]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expressions · finance.metrics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credit.validate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ValidationFinding[]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fabric.canonical.evidence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credit.gate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fabric.canonical.refusal · authority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4617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data, not code.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8580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six rows are read verbatim from the capability manifests and the pack's pipelines.yaml — resolved through the SDK's StepRegistry and run by ConductorEngine. A new segment reorders or swaps steps without touching Python. The run lifecycle is an SDK StateMachine: an illegal transition returns a typed Refusal, not an exception.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 paths are under jazzx_sdk.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heavily VP-2 leans on the SDK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SDK modules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4290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42900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sites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722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17220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files on the path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154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13,162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91540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on the path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2651760"/>
            <a:ext cx="10789920" cy="0"/>
          </a:xfrm>
          <a:prstGeom prst="line">
            <a:avLst/>
          </a:prstGeom>
          <a:noFill/>
          <a:ln w="12700">
            <a:solidFill>
              <a:srgbClr val="C9D2E4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548640" y="28346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7635240" y="2880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buys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635240" y="32918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and confidence on every cell — asserted by the SDK, not by our convention.
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Exact-decimal metrics through the SDK expression DSL, statically validated at pack load.
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Authority, refusals and maker-checker inherited from the canonical chain.
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export, workbook layout and line vocabulary delegated to jazzx_sdk.finance.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" y="6291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2026-08-09 over src/jaci/capabilities/ and src/jaci/scenarios/ci_spread/.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868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by construction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  <a:gridCol w="2651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value carries a source coordinate back to the document region, plus a content 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fabric.canonical.evidence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template row is present, populated or not — the unmatched set is enumerable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XF-1 assertion (test, not sample)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cash-flow tie, equity roll-forward, period continuity — at an institution-set tolerance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detectors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blocking finding gates promotion; illegal state transitions return a typed Refusal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fabric.canonical.refusal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Maker-checker over the authority matrix; append-only override lineage; promotion never on re-run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fabric.canonical.authority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is spreading-specific. It is the canonical chain doing its job — which is why the next domain inherits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51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 gets its own spread back.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35661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 format with their labels on it — their workbook, their house metrics, their gates, filled by the platform with provenance on every cell.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2026-08-10T00:16:41Z</dcterms:created>
  <dcterms:modified xsi:type="dcterms:W3CDTF">2026-08-10T00:16:41Z</dcterms:modified>
</cp:coreProperties>
</file>